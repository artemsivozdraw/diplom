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slideLayouts/slideLayout3.xml" ContentType="application/vnd.openxmlformats-officedocument.presentationml.slideLayout+xml"/>
  <Override PartName="/ppt/theme/theme3.xml" ContentType="application/vnd.openxmlformats-officedocument.theme+xml"/>
  <Override PartName="/ppt/slideLayouts/slideLayout4.xml" ContentType="application/vnd.openxmlformats-officedocument.presentationml.slideLayout+xml"/>
  <Override PartName="/ppt/theme/theme4.xml" ContentType="application/vnd.openxmlformats-officedocument.theme+xml"/>
  <Override PartName="/ppt/slideLayouts/slideLayout5.xml" ContentType="application/vnd.openxmlformats-officedocument.presentationml.slideLayout+xml"/>
  <Override PartName="/ppt/theme/theme5.xml" ContentType="application/vnd.openxmlformats-officedocument.theme+xml"/>
  <Override PartName="/ppt/slideLayouts/slideLayout6.xml" ContentType="application/vnd.openxmlformats-officedocument.presentationml.slideLayout+xml"/>
  <Override PartName="/ppt/theme/theme6.xml" ContentType="application/vnd.openxmlformats-officedocument.theme+xml"/>
  <Override PartName="/ppt/slideLayouts/slideLayout7.xml" ContentType="application/vnd.openxmlformats-officedocument.presentationml.slideLayout+xml"/>
  <Override PartName="/ppt/theme/theme7.xml" ContentType="application/vnd.openxmlformats-officedocument.theme+xml"/>
  <Override PartName="/ppt/slideLayouts/slideLayout8.xml" ContentType="application/vnd.openxmlformats-officedocument.presentationml.slideLayout+xml"/>
  <Override PartName="/ppt/theme/theme8.xml" ContentType="application/vnd.openxmlformats-officedocument.theme+xml"/>
  <Override PartName="/ppt/slideLayouts/slideLayout9.xml" ContentType="application/vnd.openxmlformats-officedocument.presentationml.slideLayout+xml"/>
  <Override PartName="/ppt/theme/theme9.xml" ContentType="application/vnd.openxmlformats-officedocument.theme+xml"/>
  <Override PartName="/ppt/theme/theme10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0" r:id="rId2"/>
    <p:sldMasterId id="2147483652" r:id="rId3"/>
    <p:sldMasterId id="2147483654" r:id="rId4"/>
    <p:sldMasterId id="2147483656" r:id="rId5"/>
    <p:sldMasterId id="2147483658" r:id="rId6"/>
    <p:sldMasterId id="2147483660" r:id="rId7"/>
    <p:sldMasterId id="2147483662" r:id="rId8"/>
    <p:sldMasterId id="2147483664" r:id="rId9"/>
  </p:sldMasterIdLst>
  <p:notesMasterIdLst>
    <p:notesMasterId r:id="rId21"/>
  </p:notesMasterIdLst>
  <p:sldIdLst>
    <p:sldId id="256" r:id="rId10"/>
    <p:sldId id="257" r:id="rId11"/>
    <p:sldId id="259" r:id="rId12"/>
    <p:sldId id="260" r:id="rId13"/>
    <p:sldId id="261" r:id="rId14"/>
    <p:sldId id="262" r:id="rId15"/>
    <p:sldId id="263" r:id="rId16"/>
    <p:sldId id="264" r:id="rId17"/>
    <p:sldId id="265" r:id="rId18"/>
    <p:sldId id="266" r:id="rId19"/>
    <p:sldId id="258" r:id="rId20"/>
  </p:sldIdLst>
  <p:sldSz cx="9144000" cy="5143500" type="screen16x9"/>
  <p:notesSz cx="7559675" cy="10691813"/>
  <p:defaultTextStyle>
    <a:defPPr>
      <a:defRPr lang="uk-UA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1170" autoAdjust="0"/>
  </p:normalViewPr>
  <p:slideViewPr>
    <p:cSldViewPr snapToGrid="0">
      <p:cViewPr>
        <p:scale>
          <a:sx n="100" d="100"/>
          <a:sy n="100" d="100"/>
        </p:scale>
        <p:origin x="946" y="-9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8.xml"/><Relationship Id="rId13" Type="http://schemas.openxmlformats.org/officeDocument/2006/relationships/slide" Target="slides/slide4.xml"/><Relationship Id="rId18" Type="http://schemas.openxmlformats.org/officeDocument/2006/relationships/slide" Target="slides/slide9.xml"/><Relationship Id="rId3" Type="http://schemas.openxmlformats.org/officeDocument/2006/relationships/slideMaster" Target="slideMasters/slideMaster3.xml"/><Relationship Id="rId21" Type="http://schemas.openxmlformats.org/officeDocument/2006/relationships/notesMaster" Target="notesMasters/notesMaster1.xml"/><Relationship Id="rId7" Type="http://schemas.openxmlformats.org/officeDocument/2006/relationships/slideMaster" Target="slideMasters/slideMaster7.xml"/><Relationship Id="rId12" Type="http://schemas.openxmlformats.org/officeDocument/2006/relationships/slide" Target="slides/slide3.xml"/><Relationship Id="rId17" Type="http://schemas.openxmlformats.org/officeDocument/2006/relationships/slide" Target="slides/slide8.xml"/><Relationship Id="rId25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7.xml"/><Relationship Id="rId20" Type="http://schemas.openxmlformats.org/officeDocument/2006/relationships/slide" Target="slides/slide11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" Target="slides/slide2.xml"/><Relationship Id="rId24" Type="http://schemas.openxmlformats.org/officeDocument/2006/relationships/theme" Target="theme/theme1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6.xml"/><Relationship Id="rId23" Type="http://schemas.openxmlformats.org/officeDocument/2006/relationships/viewProps" Target="viewProps.xml"/><Relationship Id="rId10" Type="http://schemas.openxmlformats.org/officeDocument/2006/relationships/slide" Target="slides/slide1.xml"/><Relationship Id="rId19" Type="http://schemas.openxmlformats.org/officeDocument/2006/relationships/slide" Target="slides/slide10.xml"/><Relationship Id="rId4" Type="http://schemas.openxmlformats.org/officeDocument/2006/relationships/slideMaster" Target="slideMasters/slideMaster4.xml"/><Relationship Id="rId9" Type="http://schemas.openxmlformats.org/officeDocument/2006/relationships/slideMaster" Target="slideMasters/slideMaster9.xml"/><Relationship Id="rId14" Type="http://schemas.openxmlformats.org/officeDocument/2006/relationships/slide" Target="slides/slide5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0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верхнього колонтитула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uk-UA"/>
          </a:p>
        </p:txBody>
      </p:sp>
      <p:sp>
        <p:nvSpPr>
          <p:cNvPr id="3" name="Місце для дати 2"/>
          <p:cNvSpPr>
            <a:spLocks noGrp="1"/>
          </p:cNvSpPr>
          <p:nvPr>
            <p:ph type="dt" idx="1"/>
          </p:nvPr>
        </p:nvSpPr>
        <p:spPr>
          <a:xfrm>
            <a:off x="4281488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83CF55A-2D8B-4922-80A1-8FC5D21A0474}" type="datetimeFigureOut">
              <a:rPr lang="uk-UA" smtClean="0"/>
              <a:t>16.05.2026</a:t>
            </a:fld>
            <a:endParaRPr lang="uk-UA"/>
          </a:p>
        </p:txBody>
      </p:sp>
      <p:sp>
        <p:nvSpPr>
          <p:cNvPr id="4" name="Місце для зображення 3"/>
          <p:cNvSpPr>
            <a:spLocks noGrp="1" noRot="1" noChangeAspect="1"/>
          </p:cNvSpPr>
          <p:nvPr>
            <p:ph type="sldImg" idx="2"/>
          </p:nvPr>
        </p:nvSpPr>
        <p:spPr>
          <a:xfrm>
            <a:off x="573088" y="1336675"/>
            <a:ext cx="6413500" cy="36083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uk-UA"/>
          </a:p>
        </p:txBody>
      </p:sp>
      <p:sp>
        <p:nvSpPr>
          <p:cNvPr id="5" name="Місце для нотаток 4"/>
          <p:cNvSpPr>
            <a:spLocks noGrp="1"/>
          </p:cNvSpPr>
          <p:nvPr>
            <p:ph type="body" sz="quarter" idx="3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</a:p>
        </p:txBody>
      </p:sp>
      <p:sp>
        <p:nvSpPr>
          <p:cNvPr id="6" name="Місце для нижнього колонтитула 5"/>
          <p:cNvSpPr>
            <a:spLocks noGrp="1"/>
          </p:cNvSpPr>
          <p:nvPr>
            <p:ph type="ftr" sz="quarter" idx="4"/>
          </p:nvPr>
        </p:nvSpPr>
        <p:spPr>
          <a:xfrm>
            <a:off x="0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uk-UA"/>
          </a:p>
        </p:txBody>
      </p:sp>
      <p:sp>
        <p:nvSpPr>
          <p:cNvPr id="7" name="Місце для номера слайда 6"/>
          <p:cNvSpPr>
            <a:spLocks noGrp="1"/>
          </p:cNvSpPr>
          <p:nvPr>
            <p:ph type="sldNum" sz="quarter" idx="5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83D88FB-36AE-47D2-9273-A7F7CB64C011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8425815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зображення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Місце для нотаток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uk-UA" dirty="0"/>
              <a:t>Під час роздумів, як реалізувати поставлену задачу, було вирішено використати типову схему «зірка», коли потоки даних проходять через певний спільний сервер. А також для зв’язку з </a:t>
            </a:r>
            <a:r>
              <a:rPr lang="uk-UA" dirty="0" err="1"/>
              <a:t>дроном</a:t>
            </a:r>
            <a:r>
              <a:rPr lang="uk-UA" dirty="0"/>
              <a:t>, було розроблено спеціальний пристрій, який може приймати аналоговий відеосигнал, та перетворювати його на цифровий, для подальшої його обробки, а також передавати за допомогою </a:t>
            </a:r>
            <a:r>
              <a:rPr lang="en-US" dirty="0" err="1"/>
              <a:t>elrs</a:t>
            </a:r>
            <a:r>
              <a:rPr lang="en-US" dirty="0"/>
              <a:t> </a:t>
            </a:r>
            <a:r>
              <a:rPr lang="uk-UA" dirty="0"/>
              <a:t>передавача команди керування.</a:t>
            </a:r>
          </a:p>
        </p:txBody>
      </p:sp>
      <p:sp>
        <p:nvSpPr>
          <p:cNvPr id="4" name="Місце для номера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3D88FB-36AE-47D2-9273-A7F7CB64C011}" type="slidenum">
              <a:rPr lang="uk-UA" smtClean="0"/>
              <a:t>3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192403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зображення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Місце для нотаток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uk-UA" dirty="0"/>
              <a:t>Наразі пристрій комунікації складається з двох електронних девайсів, </a:t>
            </a:r>
            <a:r>
              <a:rPr lang="en-US" dirty="0" err="1"/>
              <a:t>elrs</a:t>
            </a:r>
            <a:r>
              <a:rPr lang="en-US" dirty="0"/>
              <a:t> </a:t>
            </a:r>
            <a:r>
              <a:rPr lang="uk-UA" dirty="0"/>
              <a:t>приймача</a:t>
            </a:r>
            <a:r>
              <a:rPr lang="en-US" dirty="0"/>
              <a:t> (beta </a:t>
            </a:r>
            <a:r>
              <a:rPr lang="en-US" dirty="0" err="1"/>
              <a:t>fpv</a:t>
            </a:r>
            <a:r>
              <a:rPr lang="en-US" dirty="0"/>
              <a:t> 915 nano </a:t>
            </a:r>
            <a:r>
              <a:rPr lang="en-US" dirty="0" err="1"/>
              <a:t>rx</a:t>
            </a:r>
            <a:r>
              <a:rPr lang="en-US" dirty="0"/>
              <a:t>)</a:t>
            </a:r>
            <a:r>
              <a:rPr lang="uk-UA" dirty="0"/>
              <a:t>, а </a:t>
            </a:r>
            <a:r>
              <a:rPr lang="en-US" dirty="0" err="1"/>
              <a:t>efwr</a:t>
            </a:r>
            <a:r>
              <a:rPr lang="en-US" dirty="0"/>
              <a:t> </a:t>
            </a:r>
            <a:r>
              <a:rPr lang="uk-UA" dirty="0" err="1"/>
              <a:t>відеоприймача</a:t>
            </a:r>
            <a:r>
              <a:rPr lang="uk-UA" dirty="0"/>
              <a:t>, який конвертує аналогове відео частоти 5.8 </a:t>
            </a:r>
            <a:r>
              <a:rPr lang="uk-UA" dirty="0" err="1"/>
              <a:t>гігагерц</a:t>
            </a:r>
            <a:r>
              <a:rPr lang="uk-UA" dirty="0"/>
              <a:t> на цифрове. В основному, для управління </a:t>
            </a:r>
            <a:r>
              <a:rPr lang="uk-UA" dirty="0" err="1"/>
              <a:t>дроном</a:t>
            </a:r>
            <a:r>
              <a:rPr lang="uk-UA" dirty="0"/>
              <a:t> використовують </a:t>
            </a:r>
            <a:r>
              <a:rPr lang="en-US" dirty="0" err="1"/>
              <a:t>elrs</a:t>
            </a:r>
            <a:r>
              <a:rPr lang="en-US" dirty="0"/>
              <a:t> </a:t>
            </a:r>
            <a:r>
              <a:rPr lang="uk-UA" dirty="0"/>
              <a:t>передавач і це має сенс, тому що пілот повинен відправляти сигнали керування </a:t>
            </a:r>
            <a:r>
              <a:rPr lang="uk-UA" dirty="0" err="1"/>
              <a:t>дрону</a:t>
            </a:r>
            <a:r>
              <a:rPr lang="uk-UA" dirty="0"/>
              <a:t>, а </a:t>
            </a:r>
            <a:r>
              <a:rPr lang="uk-UA" dirty="0" err="1"/>
              <a:t>дрон</a:t>
            </a:r>
            <a:r>
              <a:rPr lang="uk-UA" dirty="0"/>
              <a:t> має їх приймати. Проте протокол </a:t>
            </a:r>
            <a:r>
              <a:rPr lang="en-US" dirty="0"/>
              <a:t>ELRS </a:t>
            </a:r>
            <a:r>
              <a:rPr lang="uk-UA" dirty="0"/>
              <a:t>підтримує </a:t>
            </a:r>
            <a:r>
              <a:rPr lang="uk-UA" dirty="0" err="1"/>
              <a:t>двонаправленний</a:t>
            </a:r>
            <a:r>
              <a:rPr lang="uk-UA" dirty="0"/>
              <a:t> зв’язок приймача з передавачем. Тобто приймач на </a:t>
            </a:r>
            <a:r>
              <a:rPr lang="uk-UA" dirty="0" err="1"/>
              <a:t>дроні</a:t>
            </a:r>
            <a:r>
              <a:rPr lang="uk-UA" dirty="0"/>
              <a:t> теж відправляє дані до передавача. Тому для здешевлення розробки системи, було прийнято рішення </a:t>
            </a:r>
            <a:r>
              <a:rPr lang="uk-UA" dirty="0" err="1"/>
              <a:t>перепрошити</a:t>
            </a:r>
            <a:r>
              <a:rPr lang="uk-UA" dirty="0"/>
              <a:t> дешевший приймач, щоб його можна було використовувати як передавач. Це вдалось зробити завдяки </a:t>
            </a:r>
            <a:r>
              <a:rPr lang="en-US" dirty="0" err="1"/>
              <a:t>ExpressELRS</a:t>
            </a:r>
            <a:r>
              <a:rPr lang="en-US" dirty="0"/>
              <a:t> Configurator.</a:t>
            </a:r>
            <a:endParaRPr lang="uk-UA" dirty="0"/>
          </a:p>
        </p:txBody>
      </p:sp>
      <p:sp>
        <p:nvSpPr>
          <p:cNvPr id="4" name="Місце для номера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3D88FB-36AE-47D2-9273-A7F7CB64C011}" type="slidenum">
              <a:rPr lang="uk-UA" smtClean="0"/>
              <a:t>4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73383136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зображення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Місце для нотаток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Google </a:t>
            </a:r>
            <a:r>
              <a:rPr lang="uk-UA" dirty="0"/>
              <a:t>надає послугу орендування </a:t>
            </a:r>
            <a:r>
              <a:rPr lang="en-US" dirty="0"/>
              <a:t>VPS </a:t>
            </a:r>
            <a:r>
              <a:rPr lang="uk-UA" dirty="0"/>
              <a:t>серверів. На практиці це неймовірно зручний сервіс, який надає можливість, просто в браузері налаштовувати віртуальну машину, </a:t>
            </a:r>
            <a:r>
              <a:rPr lang="uk-UA" dirty="0" err="1"/>
              <a:t>моніторити</a:t>
            </a:r>
            <a:r>
              <a:rPr lang="uk-UA" dirty="0"/>
              <a:t> її показники та безпечно запускати </a:t>
            </a:r>
            <a:r>
              <a:rPr lang="en-US" dirty="0" err="1"/>
              <a:t>ssh</a:t>
            </a:r>
            <a:r>
              <a:rPr lang="en-US" dirty="0"/>
              <a:t> </a:t>
            </a:r>
            <a:r>
              <a:rPr lang="uk-UA" dirty="0"/>
              <a:t>тунель для прямого керування сервером. . Сервер працює на дистрибутиві </a:t>
            </a:r>
            <a:r>
              <a:rPr lang="uk-UA" dirty="0" err="1"/>
              <a:t>лінукса</a:t>
            </a:r>
            <a:r>
              <a:rPr lang="uk-UA" dirty="0"/>
              <a:t> </a:t>
            </a:r>
            <a:r>
              <a:rPr lang="en-US" dirty="0"/>
              <a:t>Debian</a:t>
            </a:r>
            <a:r>
              <a:rPr lang="uk-UA" dirty="0"/>
              <a:t>. Щоб обробляти </a:t>
            </a:r>
            <a:r>
              <a:rPr lang="en-US" dirty="0" err="1"/>
              <a:t>tcp</a:t>
            </a:r>
            <a:r>
              <a:rPr lang="en-US" dirty="0"/>
              <a:t> </a:t>
            </a:r>
            <a:r>
              <a:rPr lang="uk-UA" dirty="0"/>
              <a:t>і </a:t>
            </a:r>
            <a:r>
              <a:rPr lang="en-US" dirty="0" err="1"/>
              <a:t>udp</a:t>
            </a:r>
            <a:r>
              <a:rPr lang="en-US" dirty="0"/>
              <a:t> </a:t>
            </a:r>
            <a:r>
              <a:rPr lang="uk-UA" dirty="0" err="1"/>
              <a:t>сокети</a:t>
            </a:r>
            <a:r>
              <a:rPr lang="uk-UA" dirty="0"/>
              <a:t>, потрібно було лише налаштувати </a:t>
            </a:r>
            <a:r>
              <a:rPr lang="en-US" dirty="0"/>
              <a:t>firewall</a:t>
            </a:r>
            <a:r>
              <a:rPr lang="uk-UA" dirty="0"/>
              <a:t>, щоб він пропускав подібні </a:t>
            </a:r>
            <a:r>
              <a:rPr lang="uk-UA" dirty="0" err="1"/>
              <a:t>сокети</a:t>
            </a:r>
            <a:r>
              <a:rPr lang="uk-UA" dirty="0"/>
              <a:t> на відповідному порту. Програмний код сервера написаний на мові </a:t>
            </a:r>
            <a:r>
              <a:rPr lang="en-US" dirty="0"/>
              <a:t>Go.</a:t>
            </a:r>
            <a:r>
              <a:rPr lang="uk-UA" dirty="0"/>
              <a:t> Тому що вбудована </a:t>
            </a:r>
            <a:r>
              <a:rPr lang="uk-UA" dirty="0" err="1"/>
              <a:t>багатопотоковість</a:t>
            </a:r>
            <a:r>
              <a:rPr lang="uk-UA" dirty="0"/>
              <a:t>, висока продуктивність, надійне керування пам’яттю, чудові стандартні бібліотеки та строга типізація і читабельність, роблять цю мову гарним вибором для написання серверної частини коду.</a:t>
            </a:r>
          </a:p>
        </p:txBody>
      </p:sp>
      <p:sp>
        <p:nvSpPr>
          <p:cNvPr id="4" name="Місце для номера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3D88FB-36AE-47D2-9273-A7F7CB64C011}" type="slidenum">
              <a:rPr lang="uk-UA" smtClean="0"/>
              <a:t>5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22750585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зображення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Місце для нотаток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uk-UA" dirty="0">
                <a:solidFill>
                  <a:srgbClr val="1F1F1F"/>
                </a:solidFill>
                <a:effectLst/>
                <a:latin typeface="Google Sans Text"/>
              </a:rPr>
              <a:t>Клієнтський інтерфейс було розроблено за допомогою </a:t>
            </a:r>
            <a:r>
              <a:rPr lang="en-US" dirty="0">
                <a:solidFill>
                  <a:srgbClr val="1F1F1F"/>
                </a:solidFill>
                <a:effectLst/>
                <a:latin typeface="Google Sans Text"/>
              </a:rPr>
              <a:t>C++. </a:t>
            </a:r>
            <a:r>
              <a:rPr lang="uk-UA" dirty="0">
                <a:solidFill>
                  <a:srgbClr val="1F1F1F"/>
                </a:solidFill>
                <a:effectLst/>
                <a:latin typeface="Google Sans Text"/>
              </a:rPr>
              <a:t>Вибір був зумовлений, необхідністю малої затримки в системах реального часу.</a:t>
            </a:r>
            <a:br>
              <a:rPr lang="uk-UA" dirty="0">
                <a:solidFill>
                  <a:srgbClr val="1F1F1F"/>
                </a:solidFill>
                <a:effectLst/>
                <a:latin typeface="Google Sans Text"/>
              </a:rPr>
            </a:br>
            <a:r>
              <a:rPr lang="uk-UA" dirty="0">
                <a:solidFill>
                  <a:srgbClr val="1F1F1F"/>
                </a:solidFill>
                <a:effectLst/>
                <a:latin typeface="Google Sans Text"/>
              </a:rPr>
              <a:t>Архітектура клієнтського програмного забезпечення побудована за модульним 4-рівневим принципом, що забезпечує чіткий розподіл відповідальності між візуальним інтерфейсом користувача та прихованими апаратними процесами. Завдяки такій глибокій ізоляції підсистем, ключові функціональні менеджери — мережа (</a:t>
            </a:r>
            <a:r>
              <a:rPr lang="en-US" dirty="0">
                <a:solidFill>
                  <a:srgbClr val="1F1F1F"/>
                </a:solidFill>
                <a:effectLst/>
                <a:latin typeface="Google Sans Text"/>
              </a:rPr>
              <a:t>Network), </a:t>
            </a:r>
            <a:r>
              <a:rPr lang="uk-UA" dirty="0">
                <a:solidFill>
                  <a:srgbClr val="1F1F1F"/>
                </a:solidFill>
                <a:effectLst/>
                <a:latin typeface="Google Sans Text"/>
              </a:rPr>
              <a:t>камера (</a:t>
            </a:r>
            <a:r>
              <a:rPr lang="en-US" dirty="0">
                <a:solidFill>
                  <a:srgbClr val="1F1F1F"/>
                </a:solidFill>
                <a:effectLst/>
                <a:latin typeface="Google Sans Text"/>
              </a:rPr>
              <a:t>Camera) </a:t>
            </a:r>
            <a:r>
              <a:rPr lang="uk-UA" dirty="0">
                <a:solidFill>
                  <a:srgbClr val="1F1F1F"/>
                </a:solidFill>
                <a:effectLst/>
                <a:latin typeface="Google Sans Text"/>
              </a:rPr>
              <a:t>та керування (</a:t>
            </a:r>
            <a:r>
              <a:rPr lang="en-US" dirty="0">
                <a:solidFill>
                  <a:srgbClr val="1F1F1F"/>
                </a:solidFill>
                <a:effectLst/>
                <a:latin typeface="Google Sans Text"/>
              </a:rPr>
              <a:t>Joystick) — </a:t>
            </a:r>
            <a:r>
              <a:rPr lang="uk-UA" dirty="0">
                <a:solidFill>
                  <a:srgbClr val="1F1F1F"/>
                </a:solidFill>
                <a:effectLst/>
                <a:latin typeface="Google Sans Text"/>
              </a:rPr>
              <a:t>виконуються у незалежних фонових потоках, що гарантує високу </a:t>
            </a:r>
            <a:r>
              <a:rPr lang="uk-UA" dirty="0" err="1">
                <a:solidFill>
                  <a:srgbClr val="1F1F1F"/>
                </a:solidFill>
                <a:effectLst/>
                <a:latin typeface="Google Sans Text"/>
              </a:rPr>
              <a:t>відмовостійкість</a:t>
            </a:r>
            <a:r>
              <a:rPr lang="uk-UA" dirty="0">
                <a:solidFill>
                  <a:srgbClr val="1F1F1F"/>
                </a:solidFill>
                <a:effectLst/>
                <a:latin typeface="Google Sans Text"/>
              </a:rPr>
              <a:t> усієї системи. Для того, щоб ці важкі фонові процеси не гальмували роботу графічного інтерфейсу, реалізовано механізм асинхронного обміну даними: менеджери передають інформацію до головного циклу </a:t>
            </a:r>
            <a:r>
              <a:rPr lang="uk-UA" dirty="0" err="1">
                <a:solidFill>
                  <a:srgbClr val="1F1F1F"/>
                </a:solidFill>
                <a:effectLst/>
                <a:latin typeface="Google Sans Text"/>
              </a:rPr>
              <a:t>рендерингу</a:t>
            </a:r>
            <a:r>
              <a:rPr lang="uk-UA" dirty="0">
                <a:solidFill>
                  <a:srgbClr val="1F1F1F"/>
                </a:solidFill>
                <a:effectLst/>
                <a:latin typeface="Google Sans Text"/>
              </a:rPr>
              <a:t> (який стабільно оновлюється з частотою 60 </a:t>
            </a:r>
            <a:r>
              <a:rPr lang="uk-UA" dirty="0" err="1">
                <a:solidFill>
                  <a:srgbClr val="1F1F1F"/>
                </a:solidFill>
                <a:effectLst/>
                <a:latin typeface="Google Sans Text"/>
              </a:rPr>
              <a:t>Гц</a:t>
            </a:r>
            <a:r>
              <a:rPr lang="uk-UA" dirty="0">
                <a:solidFill>
                  <a:srgbClr val="1F1F1F"/>
                </a:solidFill>
                <a:effectLst/>
                <a:latin typeface="Google Sans Text"/>
              </a:rPr>
              <a:t>) виключно через </a:t>
            </a:r>
            <a:r>
              <a:rPr lang="uk-UA" dirty="0" err="1">
                <a:solidFill>
                  <a:srgbClr val="1F1F1F"/>
                </a:solidFill>
                <a:effectLst/>
                <a:latin typeface="Google Sans Text"/>
              </a:rPr>
              <a:t>потокобезпечну</a:t>
            </a:r>
            <a:r>
              <a:rPr lang="uk-UA" dirty="0">
                <a:solidFill>
                  <a:srgbClr val="1F1F1F"/>
                </a:solidFill>
                <a:effectLst/>
                <a:latin typeface="Google Sans Text"/>
              </a:rPr>
              <a:t> атомарну </a:t>
            </a:r>
            <a:r>
              <a:rPr lang="en-US" dirty="0">
                <a:solidFill>
                  <a:srgbClr val="1F1F1F"/>
                </a:solidFill>
                <a:effectLst/>
                <a:latin typeface="Google Sans Text"/>
              </a:rPr>
              <a:t>shared-</a:t>
            </a:r>
            <a:r>
              <a:rPr lang="uk-UA" dirty="0">
                <a:solidFill>
                  <a:srgbClr val="1F1F1F"/>
                </a:solidFill>
                <a:effectLst/>
                <a:latin typeface="Google Sans Text"/>
              </a:rPr>
              <a:t>пам'ять. Зрештою, висока швидкість та безперебійна робота самих менеджерів досягається завдяки надійній </a:t>
            </a:r>
            <a:r>
              <a:rPr lang="uk-UA" dirty="0" err="1">
                <a:solidFill>
                  <a:srgbClr val="1F1F1F"/>
                </a:solidFill>
                <a:effectLst/>
                <a:latin typeface="Google Sans Text"/>
              </a:rPr>
              <a:t>низькорівневій</a:t>
            </a:r>
            <a:r>
              <a:rPr lang="uk-UA" dirty="0">
                <a:solidFill>
                  <a:srgbClr val="1F1F1F"/>
                </a:solidFill>
                <a:effectLst/>
                <a:latin typeface="Google Sans Text"/>
              </a:rPr>
              <a:t> інтеграції, де програма отримує прямий доступ до периферійних пристроїв і зовнішніх мереж через оптимізовані системні </a:t>
            </a:r>
            <a:r>
              <a:rPr lang="en-US" dirty="0">
                <a:solidFill>
                  <a:srgbClr val="1F1F1F"/>
                </a:solidFill>
                <a:effectLst/>
                <a:latin typeface="Google Sans Text"/>
              </a:rPr>
              <a:t>API, </a:t>
            </a:r>
            <a:r>
              <a:rPr lang="uk-UA" dirty="0">
                <a:solidFill>
                  <a:srgbClr val="1F1F1F"/>
                </a:solidFill>
                <a:effectLst/>
                <a:latin typeface="Google Sans Text"/>
              </a:rPr>
              <a:t>такі як </a:t>
            </a:r>
            <a:r>
              <a:rPr lang="en-US" dirty="0">
                <a:solidFill>
                  <a:srgbClr val="1F1F1F"/>
                </a:solidFill>
                <a:effectLst/>
                <a:latin typeface="Google Sans Text"/>
              </a:rPr>
              <a:t>Winsock2, </a:t>
            </a:r>
            <a:r>
              <a:rPr lang="en-US" dirty="0" err="1">
                <a:solidFill>
                  <a:srgbClr val="1F1F1F"/>
                </a:solidFill>
                <a:effectLst/>
                <a:latin typeface="Google Sans Text"/>
              </a:rPr>
              <a:t>WinMM</a:t>
            </a:r>
            <a:r>
              <a:rPr lang="en-US" dirty="0">
                <a:solidFill>
                  <a:srgbClr val="1F1F1F"/>
                </a:solidFill>
                <a:effectLst/>
                <a:latin typeface="Google Sans Text"/>
              </a:rPr>
              <a:t> </a:t>
            </a:r>
            <a:r>
              <a:rPr lang="uk-UA" dirty="0">
                <a:solidFill>
                  <a:srgbClr val="1F1F1F"/>
                </a:solidFill>
                <a:effectLst/>
                <a:latin typeface="Google Sans Text"/>
              </a:rPr>
              <a:t>та </a:t>
            </a:r>
            <a:r>
              <a:rPr lang="en-US" dirty="0">
                <a:solidFill>
                  <a:srgbClr val="1F1F1F"/>
                </a:solidFill>
                <a:effectLst/>
                <a:latin typeface="Google Sans Text"/>
              </a:rPr>
              <a:t>Serial COM-</a:t>
            </a:r>
            <a:r>
              <a:rPr lang="uk-UA" dirty="0">
                <a:solidFill>
                  <a:srgbClr val="1F1F1F"/>
                </a:solidFill>
                <a:effectLst/>
                <a:latin typeface="Google Sans Text"/>
              </a:rPr>
              <a:t>порти.</a:t>
            </a:r>
            <a:br>
              <a:rPr lang="uk-UA" dirty="0">
                <a:solidFill>
                  <a:srgbClr val="1F1F1F"/>
                </a:solidFill>
                <a:effectLst/>
                <a:latin typeface="Google Sans Text"/>
              </a:rPr>
            </a:br>
            <a:endParaRPr lang="uk-UA" dirty="0">
              <a:solidFill>
                <a:srgbClr val="1F1F1F"/>
              </a:solidFill>
              <a:effectLst/>
              <a:latin typeface="Google Sans Text"/>
            </a:endParaRPr>
          </a:p>
          <a:p>
            <a:endParaRPr lang="uk-UA" dirty="0"/>
          </a:p>
        </p:txBody>
      </p:sp>
      <p:sp>
        <p:nvSpPr>
          <p:cNvPr id="4" name="Місце для номера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3D88FB-36AE-47D2-9273-A7F7CB64C011}" type="slidenum">
              <a:rPr lang="uk-UA" smtClean="0"/>
              <a:t>6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67888071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Титульни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Титульни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Слайд (варіант 1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Слайд (варіант 1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Слайд (варіант 2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Слайд (варіант 3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Слайд (варіант 4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Слайд (варіант 5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Слайд (варіант 6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3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4.xml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4.png"/></Relationships>
</file>

<file path=ppt/slideMasters/_rels/slideMaster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theme" Target="../theme/theme6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4.png"/></Relationships>
</file>

<file path=ppt/slideMasters/_rels/slideMaster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theme" Target="../theme/theme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Masters/_rels/slideMaster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theme" Target="../theme/theme8.xml"/><Relationship Id="rId1" Type="http://schemas.openxmlformats.org/officeDocument/2006/relationships/slideLayout" Target="../slideLayouts/slideLayout8.xml"/></Relationships>
</file>

<file path=ppt/slideMasters/_rels/slideMaster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theme" Target="../theme/theme9.xml"/><Relationship Id="rId1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3A6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3" descr="D:\КПИ\works\_ДНВР\Брендбук КПИ\Ресурс 39.png"/>
          <p:cNvPicPr/>
          <p:nvPr/>
        </p:nvPicPr>
        <p:blipFill>
          <a:blip r:embed="rId3"/>
          <a:stretch/>
        </p:blipFill>
        <p:spPr>
          <a:xfrm>
            <a:off x="2306160" y="1282680"/>
            <a:ext cx="4531320" cy="2577600"/>
          </a:xfrm>
          <a:prstGeom prst="rect">
            <a:avLst/>
          </a:prstGeom>
          <a:ln w="0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uk-UA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Прямокутник 1"/>
          <p:cNvSpPr/>
          <p:nvPr/>
        </p:nvSpPr>
        <p:spPr>
          <a:xfrm>
            <a:off x="0" y="0"/>
            <a:ext cx="9143640" cy="1079640"/>
          </a:xfrm>
          <a:prstGeom prst="rect">
            <a:avLst/>
          </a:prstGeom>
          <a:solidFill>
            <a:srgbClr val="1B3A6E"/>
          </a:solidFill>
          <a:ln>
            <a:solidFill>
              <a:srgbClr val="32549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685800">
              <a:lnSpc>
                <a:spcPct val="100000"/>
              </a:lnSpc>
            </a:pPr>
            <a:endParaRPr lang="uk-UA" sz="1400" b="0" strike="noStrike" spc="-1">
              <a:solidFill>
                <a:schemeClr val="lt1"/>
              </a:solidFill>
              <a:latin typeface="Exo 2"/>
            </a:endParaRPr>
          </a:p>
        </p:txBody>
      </p:sp>
      <p:pic>
        <p:nvPicPr>
          <p:cNvPr id="2" name="Picture 3" descr="D:\КПИ\works\_ДНВР\Брендбук КПИ\Ресурс 39.png"/>
          <p:cNvPicPr/>
          <p:nvPr/>
        </p:nvPicPr>
        <p:blipFill>
          <a:blip r:embed="rId3"/>
          <a:srcRect l="37951" r="37951" b="45816"/>
          <a:stretch/>
        </p:blipFill>
        <p:spPr>
          <a:xfrm>
            <a:off x="88920" y="88920"/>
            <a:ext cx="719640" cy="920520"/>
          </a:xfrm>
          <a:prstGeom prst="rect">
            <a:avLst/>
          </a:prstGeom>
          <a:ln w="0">
            <a:noFill/>
          </a:ln>
        </p:spPr>
      </p:pic>
      <p:grpSp>
        <p:nvGrpSpPr>
          <p:cNvPr id="3" name="Групувати 7"/>
          <p:cNvGrpSpPr/>
          <p:nvPr/>
        </p:nvGrpSpPr>
        <p:grpSpPr>
          <a:xfrm>
            <a:off x="897840" y="278640"/>
            <a:ext cx="4554720" cy="522720"/>
            <a:chOff x="897840" y="278640"/>
            <a:chExt cx="4554720" cy="522720"/>
          </a:xfrm>
        </p:grpSpPr>
        <p:pic>
          <p:nvPicPr>
            <p:cNvPr id="4" name="Picture 3" descr="D:\КПИ\works\_ДНВР\Брендбук КПИ\Ресурс 39.png"/>
            <p:cNvPicPr/>
            <p:nvPr/>
          </p:nvPicPr>
          <p:blipFill>
            <a:blip r:embed="rId3"/>
            <a:srcRect l="10861" t="54678" b="36209"/>
            <a:stretch/>
          </p:blipFill>
          <p:spPr>
            <a:xfrm>
              <a:off x="897840" y="278640"/>
              <a:ext cx="4039200" cy="234720"/>
            </a:xfrm>
            <a:prstGeom prst="rect">
              <a:avLst/>
            </a:prstGeom>
            <a:ln w="0">
              <a:noFill/>
            </a:ln>
          </p:spPr>
        </p:pic>
        <p:grpSp>
          <p:nvGrpSpPr>
            <p:cNvPr id="5" name="Групувати 2"/>
            <p:cNvGrpSpPr/>
            <p:nvPr/>
          </p:nvGrpSpPr>
          <p:grpSpPr>
            <a:xfrm>
              <a:off x="897840" y="566640"/>
              <a:ext cx="4554720" cy="234720"/>
              <a:chOff x="897840" y="566640"/>
              <a:chExt cx="4554720" cy="234720"/>
            </a:xfrm>
          </p:grpSpPr>
          <p:pic>
            <p:nvPicPr>
              <p:cNvPr id="6" name="Picture 3" descr="D:\КПИ\works\_ДНВР\Брендбук КПИ\Ресурс 39.png"/>
              <p:cNvPicPr/>
              <p:nvPr/>
            </p:nvPicPr>
            <p:blipFill>
              <a:blip r:embed="rId3"/>
              <a:srcRect t="64284" r="41175" b="26603"/>
              <a:stretch/>
            </p:blipFill>
            <p:spPr>
              <a:xfrm>
                <a:off x="897840" y="566640"/>
                <a:ext cx="2665440" cy="234720"/>
              </a:xfrm>
              <a:prstGeom prst="rect">
                <a:avLst/>
              </a:prstGeom>
              <a:ln w="0">
                <a:noFill/>
              </a:ln>
            </p:spPr>
          </p:pic>
          <p:pic>
            <p:nvPicPr>
              <p:cNvPr id="7" name="Picture 3" descr="D:\КПИ\works\_ДНВР\Брендбук КПИ\Ресурс 39.png"/>
              <p:cNvPicPr/>
              <p:nvPr/>
            </p:nvPicPr>
            <p:blipFill>
              <a:blip r:embed="rId3"/>
              <a:srcRect l="58825" t="64284" b="26603"/>
              <a:stretch/>
            </p:blipFill>
            <p:spPr>
              <a:xfrm>
                <a:off x="3587040" y="566640"/>
                <a:ext cx="1865520" cy="234720"/>
              </a:xfrm>
              <a:prstGeom prst="rect">
                <a:avLst/>
              </a:prstGeom>
              <a:ln w="0">
                <a:noFill/>
              </a:ln>
            </p:spPr>
          </p:pic>
        </p:grpSp>
      </p:grpSp>
      <p:sp>
        <p:nvSpPr>
          <p:cNvPr id="8" name="PlaceHolder 1"/>
          <p:cNvSpPr>
            <a:spLocks noGrp="1"/>
          </p:cNvSpPr>
          <p:nvPr>
            <p:ph type="body"/>
          </p:nvPr>
        </p:nvSpPr>
        <p:spPr>
          <a:xfrm>
            <a:off x="2002680" y="3571560"/>
            <a:ext cx="5137920" cy="311400"/>
          </a:xfrm>
          <a:prstGeom prst="rect">
            <a:avLst/>
          </a:prstGeom>
          <a:noFill/>
          <a:ln w="0">
            <a:noFill/>
          </a:ln>
        </p:spPr>
        <p:txBody>
          <a:bodyPr lIns="68760" tIns="34200" rIns="68760" bIns="34200" anchor="t">
            <a:normAutofit fontScale="87123"/>
          </a:bodyPr>
          <a:lstStyle/>
          <a:p>
            <a:pPr indent="0" algn="ctr" defTabSz="685800">
              <a:lnSpc>
                <a:spcPct val="90000"/>
              </a:lnSpc>
              <a:spcBef>
                <a:spcPts val="751"/>
              </a:spcBef>
              <a:buNone/>
              <a:tabLst>
                <a:tab pos="0" algn="l"/>
              </a:tabLst>
            </a:pPr>
            <a:r>
              <a:rPr lang="uk-UA" sz="1400" b="0" strike="noStrike" spc="-1">
                <a:solidFill>
                  <a:schemeClr val="dk1"/>
                </a:solidFill>
                <a:latin typeface="Exo 2"/>
              </a:rPr>
              <a:t>Відредагуйте текст слайду або вставте нове текстове поле</a:t>
            </a:r>
          </a:p>
        </p:txBody>
      </p:sp>
      <p:sp>
        <p:nvSpPr>
          <p:cNvPr id="9" name="PlaceHolder 2"/>
          <p:cNvSpPr>
            <a:spLocks noGrp="1"/>
          </p:cNvSpPr>
          <p:nvPr>
            <p:ph type="body"/>
          </p:nvPr>
        </p:nvSpPr>
        <p:spPr>
          <a:xfrm>
            <a:off x="2002680" y="4062960"/>
            <a:ext cx="5137920" cy="311400"/>
          </a:xfrm>
          <a:prstGeom prst="rect">
            <a:avLst/>
          </a:prstGeom>
          <a:noFill/>
          <a:ln w="0">
            <a:noFill/>
          </a:ln>
        </p:spPr>
        <p:txBody>
          <a:bodyPr lIns="68760" tIns="34200" rIns="68760" bIns="34200" anchor="t">
            <a:normAutofit fontScale="87123"/>
          </a:bodyPr>
          <a:lstStyle/>
          <a:p>
            <a:pPr indent="0" algn="ctr" defTabSz="685800">
              <a:lnSpc>
                <a:spcPct val="90000"/>
              </a:lnSpc>
              <a:spcBef>
                <a:spcPts val="751"/>
              </a:spcBef>
              <a:buNone/>
              <a:tabLst>
                <a:tab pos="0" algn="l"/>
              </a:tabLst>
            </a:pPr>
            <a:r>
              <a:rPr lang="uk-UA" sz="1400" b="0" strike="noStrike" spc="-1">
                <a:solidFill>
                  <a:schemeClr val="dk1"/>
                </a:solidFill>
                <a:latin typeface="Exo 2"/>
              </a:rPr>
              <a:t>Відредагуйте текст слайду або вставте нове текстове поле</a:t>
            </a:r>
          </a:p>
        </p:txBody>
      </p:sp>
      <p:sp>
        <p:nvSpPr>
          <p:cNvPr id="10" name="PlaceHolder 3"/>
          <p:cNvSpPr>
            <a:spLocks noGrp="1"/>
          </p:cNvSpPr>
          <p:nvPr>
            <p:ph type="body"/>
          </p:nvPr>
        </p:nvSpPr>
        <p:spPr>
          <a:xfrm>
            <a:off x="1815120" y="2218680"/>
            <a:ext cx="5513400" cy="705960"/>
          </a:xfrm>
          <a:prstGeom prst="rect">
            <a:avLst/>
          </a:prstGeom>
          <a:noFill/>
          <a:ln w="0">
            <a:noFill/>
          </a:ln>
        </p:spPr>
        <p:txBody>
          <a:bodyPr lIns="68760" tIns="34200" rIns="68760" bIns="34200" anchor="t">
            <a:normAutofit/>
          </a:bodyPr>
          <a:lstStyle/>
          <a:p>
            <a:pPr indent="0" algn="ctr" defTabSz="685800">
              <a:lnSpc>
                <a:spcPct val="85000"/>
              </a:lnSpc>
              <a:buNone/>
              <a:tabLst>
                <a:tab pos="0" algn="l"/>
              </a:tabLst>
            </a:pPr>
            <a:r>
              <a:rPr lang="uk-UA" sz="2400" b="1" strike="noStrike" cap="all" spc="-1">
                <a:solidFill>
                  <a:srgbClr val="1B3A6E"/>
                </a:solidFill>
                <a:latin typeface="Exo 2"/>
              </a:rPr>
              <a:t>ВІДРЕДАГУЙТЕ ТЕКСТ ЗАГОЛОВКУ</a:t>
            </a:r>
            <a:endParaRPr lang="uk-UA" sz="2400" b="0" strike="noStrike" spc="-1">
              <a:solidFill>
                <a:schemeClr val="dk1"/>
              </a:solidFill>
              <a:latin typeface="Exo 2"/>
            </a:endParaRPr>
          </a:p>
        </p:txBody>
      </p:sp>
      <p:sp>
        <p:nvSpPr>
          <p:cNvPr id="11" name="PlaceHolder 4"/>
          <p:cNvSpPr>
            <a:spLocks noGrp="1"/>
          </p:cNvSpPr>
          <p:nvPr>
            <p:ph type="body"/>
          </p:nvPr>
        </p:nvSpPr>
        <p:spPr>
          <a:xfrm>
            <a:off x="2002680" y="4680000"/>
            <a:ext cx="5137920" cy="311400"/>
          </a:xfrm>
          <a:prstGeom prst="rect">
            <a:avLst/>
          </a:prstGeom>
          <a:noFill/>
          <a:ln w="0">
            <a:noFill/>
          </a:ln>
        </p:spPr>
        <p:txBody>
          <a:bodyPr lIns="68760" tIns="34200" rIns="68760" bIns="34200" anchor="t">
            <a:normAutofit fontScale="87123"/>
          </a:bodyPr>
          <a:lstStyle/>
          <a:p>
            <a:pPr indent="0" algn="ctr" defTabSz="685800">
              <a:lnSpc>
                <a:spcPct val="90000"/>
              </a:lnSpc>
              <a:spcBef>
                <a:spcPts val="751"/>
              </a:spcBef>
              <a:buNone/>
              <a:tabLst>
                <a:tab pos="0" algn="l"/>
              </a:tabLst>
            </a:pPr>
            <a:r>
              <a:rPr lang="uk-UA" sz="1400" b="0" strike="noStrike" spc="-1">
                <a:solidFill>
                  <a:schemeClr val="dk1"/>
                </a:solidFill>
                <a:latin typeface="Exo 2"/>
              </a:rPr>
              <a:t>Відредагуйте текст слайду або вставте нове текстове поле</a:t>
            </a:r>
          </a:p>
        </p:txBody>
      </p:sp>
      <p:sp>
        <p:nvSpPr>
          <p:cNvPr id="12" name="PlaceHolder 5"/>
          <p:cNvSpPr>
            <a:spLocks noGrp="1"/>
          </p:cNvSpPr>
          <p:nvPr>
            <p:ph type="body"/>
          </p:nvPr>
        </p:nvSpPr>
        <p:spPr>
          <a:xfrm>
            <a:off x="863280" y="1260000"/>
            <a:ext cx="7416720" cy="311400"/>
          </a:xfrm>
          <a:prstGeom prst="rect">
            <a:avLst/>
          </a:prstGeom>
          <a:noFill/>
          <a:ln w="0">
            <a:noFill/>
          </a:ln>
        </p:spPr>
        <p:txBody>
          <a:bodyPr lIns="68760" tIns="34200" rIns="68760" bIns="34200" anchor="t">
            <a:noAutofit/>
          </a:bodyPr>
          <a:lstStyle/>
          <a:p>
            <a:pPr indent="0" defTabSz="685800">
              <a:lnSpc>
                <a:spcPct val="90000"/>
              </a:lnSpc>
              <a:spcBef>
                <a:spcPts val="751"/>
              </a:spcBef>
              <a:buNone/>
              <a:tabLst>
                <a:tab pos="0" algn="l"/>
              </a:tabLst>
            </a:pPr>
            <a:r>
              <a:rPr lang="uk-UA" sz="1800" b="1" strike="noStrike" spc="-1">
                <a:solidFill>
                  <a:srgbClr val="1B3A6E"/>
                </a:solidFill>
                <a:latin typeface="Exo 2"/>
              </a:rPr>
              <a:t>Відредагуйте підзаголовок  або приберіть його</a:t>
            </a:r>
            <a:endParaRPr lang="uk-UA" sz="1800" b="0" strike="noStrike" spc="-1">
              <a:solidFill>
                <a:schemeClr val="dk1"/>
              </a:solidFill>
              <a:latin typeface="Exo 2"/>
            </a:endParaRPr>
          </a:p>
        </p:txBody>
      </p:sp>
      <p:sp>
        <p:nvSpPr>
          <p:cNvPr id="13" name="PlaceHolder 6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uk-UA" sz="1400" b="0" strike="noStrike" spc="-1">
                <a:solidFill>
                  <a:schemeClr val="dk1"/>
                </a:solidFill>
                <a:latin typeface="Exo 2"/>
              </a:rPr>
              <a:t>Click to edit the title text format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uk-UA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Прямокутник 1"/>
          <p:cNvSpPr/>
          <p:nvPr/>
        </p:nvSpPr>
        <p:spPr>
          <a:xfrm>
            <a:off x="0" y="0"/>
            <a:ext cx="9143640" cy="705960"/>
          </a:xfrm>
          <a:prstGeom prst="rect">
            <a:avLst/>
          </a:prstGeom>
          <a:solidFill>
            <a:srgbClr val="1B3A6E"/>
          </a:solidFill>
          <a:ln>
            <a:solidFill>
              <a:srgbClr val="32549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685800">
              <a:lnSpc>
                <a:spcPct val="100000"/>
              </a:lnSpc>
            </a:pPr>
            <a:endParaRPr lang="uk-UA" sz="1400" b="0" strike="noStrike" spc="-1">
              <a:solidFill>
                <a:schemeClr val="lt1"/>
              </a:solidFill>
              <a:latin typeface="Exo 2"/>
            </a:endParaRPr>
          </a:p>
        </p:txBody>
      </p:sp>
      <p:sp>
        <p:nvSpPr>
          <p:cNvPr id="15" name="Прямокутник 5"/>
          <p:cNvSpPr/>
          <p:nvPr/>
        </p:nvSpPr>
        <p:spPr>
          <a:xfrm>
            <a:off x="0" y="4611960"/>
            <a:ext cx="9143640" cy="531360"/>
          </a:xfrm>
          <a:prstGeom prst="rect">
            <a:avLst/>
          </a:prstGeom>
          <a:solidFill>
            <a:srgbClr val="1B3A6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68760" tIns="34200" rIns="68760" bIns="34200" anchor="ctr">
            <a:noAutofit/>
          </a:bodyPr>
          <a:lstStyle/>
          <a:p>
            <a:pPr algn="ctr" defTabSz="685800">
              <a:lnSpc>
                <a:spcPct val="100000"/>
              </a:lnSpc>
            </a:pPr>
            <a:endParaRPr lang="uk-UA" sz="1400" b="0" strike="noStrike" spc="-1" dirty="0">
              <a:solidFill>
                <a:schemeClr val="lt1"/>
              </a:solidFill>
              <a:latin typeface="Exo 2"/>
            </a:endParaRPr>
          </a:p>
        </p:txBody>
      </p:sp>
      <p:sp>
        <p:nvSpPr>
          <p:cNvPr id="16" name="PlaceHolder 1"/>
          <p:cNvSpPr>
            <a:spLocks noGrp="1"/>
          </p:cNvSpPr>
          <p:nvPr>
            <p:ph type="body"/>
          </p:nvPr>
        </p:nvSpPr>
        <p:spPr>
          <a:xfrm>
            <a:off x="180000" y="180000"/>
            <a:ext cx="8783640" cy="431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 defTabSz="685800">
              <a:lnSpc>
                <a:spcPct val="85000"/>
              </a:lnSpc>
              <a:buNone/>
              <a:tabLst>
                <a:tab pos="0" algn="l"/>
              </a:tabLst>
            </a:pPr>
            <a:r>
              <a:rPr lang="uk-UA" sz="1800" b="1" strike="noStrike" cap="all" spc="-1">
                <a:solidFill>
                  <a:schemeClr val="lt1"/>
                </a:solidFill>
                <a:latin typeface="Exo 2"/>
              </a:rPr>
              <a:t>ВІДРЕДАГУЙТЕ ТЕКСТ ЗАГОЛОВКУ</a:t>
            </a:r>
            <a:endParaRPr lang="uk-UA" sz="1800" b="0" strike="noStrike" spc="-1">
              <a:solidFill>
                <a:schemeClr val="dk1"/>
              </a:solidFill>
              <a:latin typeface="Exo 2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180000" y="900000"/>
            <a:ext cx="7416720" cy="311400"/>
          </a:xfrm>
          <a:prstGeom prst="rect">
            <a:avLst/>
          </a:prstGeom>
          <a:noFill/>
          <a:ln w="0">
            <a:noFill/>
          </a:ln>
        </p:spPr>
        <p:txBody>
          <a:bodyPr lIns="68760" tIns="34200" rIns="68760" bIns="34200" anchor="t">
            <a:normAutofit/>
          </a:bodyPr>
          <a:lstStyle/>
          <a:p>
            <a:pPr indent="0" defTabSz="685800">
              <a:lnSpc>
                <a:spcPct val="90000"/>
              </a:lnSpc>
              <a:spcBef>
                <a:spcPts val="751"/>
              </a:spcBef>
              <a:buNone/>
              <a:tabLst>
                <a:tab pos="0" algn="l"/>
              </a:tabLst>
            </a:pPr>
            <a:r>
              <a:rPr lang="uk-UA" sz="1400" b="0" strike="noStrike" spc="-1">
                <a:solidFill>
                  <a:schemeClr val="dk1"/>
                </a:solidFill>
                <a:latin typeface="Exo 2"/>
              </a:rPr>
              <a:t>Відредагуйте текст слайду або вставте нове текстове поле</a:t>
            </a:r>
          </a:p>
        </p:txBody>
      </p:sp>
      <p:pic>
        <p:nvPicPr>
          <p:cNvPr id="18" name="Рисунок 6"/>
          <p:cNvPicPr/>
          <p:nvPr/>
        </p:nvPicPr>
        <p:blipFill>
          <a:blip r:embed="rId3"/>
          <a:stretch/>
        </p:blipFill>
        <p:spPr>
          <a:xfrm>
            <a:off x="405720" y="4676760"/>
            <a:ext cx="297360" cy="397800"/>
          </a:xfrm>
          <a:prstGeom prst="rect">
            <a:avLst/>
          </a:prstGeom>
          <a:ln w="0">
            <a:noFill/>
          </a:ln>
        </p:spPr>
      </p:pic>
      <p:sp>
        <p:nvSpPr>
          <p:cNvPr id="19" name="TextBox 10"/>
          <p:cNvSpPr/>
          <p:nvPr/>
        </p:nvSpPr>
        <p:spPr>
          <a:xfrm>
            <a:off x="703080" y="4719960"/>
            <a:ext cx="3604320" cy="311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68760" tIns="34200" rIns="68760" bIns="34200" anchor="t">
            <a:spAutoFit/>
          </a:bodyPr>
          <a:lstStyle/>
          <a:p>
            <a:pPr defTabSz="685800">
              <a:lnSpc>
                <a:spcPct val="100000"/>
              </a:lnSpc>
            </a:pPr>
            <a:r>
              <a:rPr lang="uk-UA" sz="800" b="1" strike="noStrike" spc="-1" dirty="0">
                <a:solidFill>
                  <a:schemeClr val="lt1"/>
                </a:solidFill>
                <a:latin typeface="Exo 2"/>
              </a:rPr>
              <a:t>Національний технічний університет України</a:t>
            </a:r>
            <a:br>
              <a:rPr sz="800" dirty="0"/>
            </a:br>
            <a:r>
              <a:rPr lang="uk-UA" sz="800" b="1" strike="noStrike" spc="-1" dirty="0">
                <a:solidFill>
                  <a:schemeClr val="lt1"/>
                </a:solidFill>
                <a:latin typeface="Exo 2"/>
              </a:rPr>
              <a:t>«Київський політехнічний інститут імені Ігоря Сікорського»</a:t>
            </a:r>
            <a:endParaRPr lang="uk-UA" sz="8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uk-UA" sz="1400" b="0" strike="noStrike" spc="-1">
                <a:solidFill>
                  <a:schemeClr val="dk1"/>
                </a:solidFill>
                <a:latin typeface="Exo 2"/>
              </a:rPr>
              <a:t>Click to edit the title text format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3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uk-UA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Прямокутник 5"/>
          <p:cNvSpPr/>
          <p:nvPr/>
        </p:nvSpPr>
        <p:spPr>
          <a:xfrm>
            <a:off x="0" y="4611960"/>
            <a:ext cx="9143640" cy="531360"/>
          </a:xfrm>
          <a:prstGeom prst="rect">
            <a:avLst/>
          </a:prstGeom>
          <a:solidFill>
            <a:srgbClr val="1B3A6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68760" tIns="34200" rIns="68760" bIns="34200" anchor="ctr">
            <a:noAutofit/>
          </a:bodyPr>
          <a:lstStyle/>
          <a:p>
            <a:pPr algn="ctr" defTabSz="685800">
              <a:lnSpc>
                <a:spcPct val="100000"/>
              </a:lnSpc>
            </a:pPr>
            <a:endParaRPr lang="uk-UA" sz="1400" b="0" strike="noStrike" spc="-1">
              <a:solidFill>
                <a:schemeClr val="lt1"/>
              </a:solidFill>
              <a:latin typeface="Exo 2"/>
            </a:endParaRPr>
          </a:p>
        </p:txBody>
      </p:sp>
      <p:sp>
        <p:nvSpPr>
          <p:cNvPr id="22" name="PlaceHolder 1"/>
          <p:cNvSpPr>
            <a:spLocks noGrp="1"/>
          </p:cNvSpPr>
          <p:nvPr>
            <p:ph type="body"/>
          </p:nvPr>
        </p:nvSpPr>
        <p:spPr>
          <a:xfrm>
            <a:off x="328320" y="323280"/>
            <a:ext cx="5513400" cy="705960"/>
          </a:xfrm>
          <a:prstGeom prst="rect">
            <a:avLst/>
          </a:prstGeom>
          <a:noFill/>
          <a:ln w="0">
            <a:noFill/>
          </a:ln>
        </p:spPr>
        <p:txBody>
          <a:bodyPr lIns="68760" tIns="34200" rIns="68760" bIns="34200" anchor="t">
            <a:normAutofit/>
          </a:bodyPr>
          <a:lstStyle/>
          <a:p>
            <a:pPr indent="0" defTabSz="685800">
              <a:lnSpc>
                <a:spcPct val="85000"/>
              </a:lnSpc>
              <a:buNone/>
              <a:tabLst>
                <a:tab pos="0" algn="l"/>
              </a:tabLst>
            </a:pPr>
            <a:r>
              <a:rPr lang="uk-UA" sz="2400" b="1" strike="noStrike" cap="all" spc="-1">
                <a:solidFill>
                  <a:srgbClr val="1B3A6E"/>
                </a:solidFill>
                <a:latin typeface="Exo 2"/>
              </a:rPr>
              <a:t>ВІДРЕДАГУЙТЕ ТЕКСТ ЗАГОЛОВКУ</a:t>
            </a:r>
            <a:endParaRPr lang="uk-UA" sz="2400" b="0" strike="noStrike" spc="-1">
              <a:solidFill>
                <a:schemeClr val="dk1"/>
              </a:solidFill>
              <a:latin typeface="Exo 2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334800" y="1040400"/>
            <a:ext cx="7416720" cy="311400"/>
          </a:xfrm>
          <a:prstGeom prst="rect">
            <a:avLst/>
          </a:prstGeom>
          <a:noFill/>
          <a:ln w="0">
            <a:noFill/>
          </a:ln>
        </p:spPr>
        <p:txBody>
          <a:bodyPr lIns="68760" tIns="34200" rIns="68760" bIns="34200" anchor="t">
            <a:noAutofit/>
          </a:bodyPr>
          <a:lstStyle/>
          <a:p>
            <a:pPr indent="0" defTabSz="685800">
              <a:lnSpc>
                <a:spcPct val="90000"/>
              </a:lnSpc>
              <a:spcBef>
                <a:spcPts val="751"/>
              </a:spcBef>
              <a:buNone/>
              <a:tabLst>
                <a:tab pos="0" algn="l"/>
              </a:tabLst>
            </a:pPr>
            <a:r>
              <a:rPr lang="uk-UA" sz="1800" b="1" strike="noStrike" spc="-1">
                <a:solidFill>
                  <a:srgbClr val="1B3A6E"/>
                </a:solidFill>
                <a:latin typeface="Exo 2"/>
              </a:rPr>
              <a:t>Відредагуйте підзаголовок  або приберіть його</a:t>
            </a:r>
            <a:endParaRPr lang="uk-UA" sz="1800" b="0" strike="noStrike" spc="-1">
              <a:solidFill>
                <a:schemeClr val="dk1"/>
              </a:solidFill>
              <a:latin typeface="Exo 2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 type="body"/>
          </p:nvPr>
        </p:nvSpPr>
        <p:spPr>
          <a:xfrm>
            <a:off x="340200" y="1494360"/>
            <a:ext cx="7416720" cy="311400"/>
          </a:xfrm>
          <a:prstGeom prst="rect">
            <a:avLst/>
          </a:prstGeom>
          <a:noFill/>
          <a:ln w="0">
            <a:noFill/>
          </a:ln>
        </p:spPr>
        <p:txBody>
          <a:bodyPr lIns="68760" tIns="34200" rIns="68760" bIns="34200" anchor="t">
            <a:normAutofit/>
          </a:bodyPr>
          <a:lstStyle/>
          <a:p>
            <a:pPr indent="0" defTabSz="685800">
              <a:lnSpc>
                <a:spcPct val="90000"/>
              </a:lnSpc>
              <a:spcBef>
                <a:spcPts val="751"/>
              </a:spcBef>
              <a:buNone/>
              <a:tabLst>
                <a:tab pos="0" algn="l"/>
              </a:tabLst>
            </a:pPr>
            <a:r>
              <a:rPr lang="uk-UA" sz="1400" b="0" strike="noStrike" spc="-1">
                <a:solidFill>
                  <a:schemeClr val="dk1"/>
                </a:solidFill>
                <a:latin typeface="Exo 2"/>
              </a:rPr>
              <a:t>Відредагуйте текст слайду або вставте нове текстове поле</a:t>
            </a:r>
          </a:p>
        </p:txBody>
      </p:sp>
      <p:pic>
        <p:nvPicPr>
          <p:cNvPr id="25" name="Рисунок 6"/>
          <p:cNvPicPr/>
          <p:nvPr/>
        </p:nvPicPr>
        <p:blipFill>
          <a:blip r:embed="rId3"/>
          <a:stretch/>
        </p:blipFill>
        <p:spPr>
          <a:xfrm>
            <a:off x="405720" y="4676760"/>
            <a:ext cx="297360" cy="397800"/>
          </a:xfrm>
          <a:prstGeom prst="rect">
            <a:avLst/>
          </a:prstGeom>
          <a:ln w="0">
            <a:noFill/>
          </a:ln>
        </p:spPr>
      </p:pic>
      <p:sp>
        <p:nvSpPr>
          <p:cNvPr id="26" name="TextBox 10"/>
          <p:cNvSpPr/>
          <p:nvPr/>
        </p:nvSpPr>
        <p:spPr>
          <a:xfrm>
            <a:off x="477000" y="4714560"/>
            <a:ext cx="3604320" cy="311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68760" tIns="34200" rIns="68760" bIns="34200" anchor="t">
            <a:spAutoFit/>
          </a:bodyPr>
          <a:lstStyle/>
          <a:p>
            <a:pPr defTabSz="685800">
              <a:lnSpc>
                <a:spcPct val="100000"/>
              </a:lnSpc>
            </a:pPr>
            <a:r>
              <a:rPr lang="uk-UA" sz="800" b="1" strike="noStrike" spc="-1">
                <a:solidFill>
                  <a:schemeClr val="lt1"/>
                </a:solidFill>
                <a:latin typeface="Exo 2"/>
              </a:rPr>
              <a:t>Національний технічний університет України</a:t>
            </a:r>
            <a:br>
              <a:rPr sz="800"/>
            </a:br>
            <a:r>
              <a:rPr lang="uk-UA" sz="800" b="1" strike="noStrike" spc="-1">
                <a:solidFill>
                  <a:schemeClr val="lt1"/>
                </a:solidFill>
                <a:latin typeface="Exo 2"/>
              </a:rPr>
              <a:t>«Київський політехнічний інститут імені Ігоря Сікорського»</a:t>
            </a:r>
            <a:endParaRPr lang="uk-UA" sz="8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uk-UA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Прямокутник 5"/>
          <p:cNvSpPr/>
          <p:nvPr/>
        </p:nvSpPr>
        <p:spPr>
          <a:xfrm>
            <a:off x="0" y="4754880"/>
            <a:ext cx="9143640" cy="388080"/>
          </a:xfrm>
          <a:prstGeom prst="rect">
            <a:avLst/>
          </a:prstGeom>
          <a:solidFill>
            <a:srgbClr val="1B3A6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68760" tIns="34200" rIns="68760" bIns="34200" anchor="ctr">
            <a:noAutofit/>
          </a:bodyPr>
          <a:lstStyle/>
          <a:p>
            <a:pPr algn="ctr" defTabSz="685800">
              <a:lnSpc>
                <a:spcPct val="100000"/>
              </a:lnSpc>
            </a:pPr>
            <a:endParaRPr lang="uk-UA" sz="1400" b="0" strike="noStrike" spc="-1">
              <a:solidFill>
                <a:schemeClr val="lt1"/>
              </a:solidFill>
              <a:latin typeface="Exo 2"/>
            </a:endParaRPr>
          </a:p>
        </p:txBody>
      </p:sp>
      <p:sp>
        <p:nvSpPr>
          <p:cNvPr id="28" name="PlaceHolder 1"/>
          <p:cNvSpPr>
            <a:spLocks noGrp="1"/>
          </p:cNvSpPr>
          <p:nvPr>
            <p:ph type="body"/>
          </p:nvPr>
        </p:nvSpPr>
        <p:spPr>
          <a:xfrm>
            <a:off x="328320" y="323280"/>
            <a:ext cx="5513400" cy="705960"/>
          </a:xfrm>
          <a:prstGeom prst="rect">
            <a:avLst/>
          </a:prstGeom>
          <a:noFill/>
          <a:ln w="0">
            <a:noFill/>
          </a:ln>
        </p:spPr>
        <p:txBody>
          <a:bodyPr lIns="68760" tIns="34200" rIns="68760" bIns="34200" anchor="t">
            <a:normAutofit/>
          </a:bodyPr>
          <a:lstStyle/>
          <a:p>
            <a:pPr indent="0" defTabSz="685800">
              <a:lnSpc>
                <a:spcPct val="85000"/>
              </a:lnSpc>
              <a:buNone/>
              <a:tabLst>
                <a:tab pos="0" algn="l"/>
              </a:tabLst>
            </a:pPr>
            <a:r>
              <a:rPr lang="uk-UA" sz="2400" b="1" strike="noStrike" cap="all" spc="-1">
                <a:solidFill>
                  <a:srgbClr val="1B3A6E"/>
                </a:solidFill>
                <a:latin typeface="Exo 2"/>
              </a:rPr>
              <a:t>ВІДРЕДАГУЙТЕ ТЕКСТ ЗАГОЛОВКУ</a:t>
            </a:r>
            <a:endParaRPr lang="uk-UA" sz="2400" b="0" strike="noStrike" spc="-1">
              <a:solidFill>
                <a:schemeClr val="dk1"/>
              </a:solidFill>
              <a:latin typeface="Exo 2"/>
            </a:endParaRPr>
          </a:p>
        </p:txBody>
      </p:sp>
      <p:sp>
        <p:nvSpPr>
          <p:cNvPr id="29" name="PlaceHolder 2"/>
          <p:cNvSpPr>
            <a:spLocks noGrp="1"/>
          </p:cNvSpPr>
          <p:nvPr>
            <p:ph type="body"/>
          </p:nvPr>
        </p:nvSpPr>
        <p:spPr>
          <a:xfrm>
            <a:off x="334800" y="1040400"/>
            <a:ext cx="7416720" cy="311400"/>
          </a:xfrm>
          <a:prstGeom prst="rect">
            <a:avLst/>
          </a:prstGeom>
          <a:noFill/>
          <a:ln w="0">
            <a:noFill/>
          </a:ln>
        </p:spPr>
        <p:txBody>
          <a:bodyPr lIns="68760" tIns="34200" rIns="68760" bIns="34200" anchor="t">
            <a:noAutofit/>
          </a:bodyPr>
          <a:lstStyle/>
          <a:p>
            <a:pPr indent="0" defTabSz="685800">
              <a:lnSpc>
                <a:spcPct val="90000"/>
              </a:lnSpc>
              <a:spcBef>
                <a:spcPts val="751"/>
              </a:spcBef>
              <a:buNone/>
              <a:tabLst>
                <a:tab pos="0" algn="l"/>
              </a:tabLst>
            </a:pPr>
            <a:r>
              <a:rPr lang="uk-UA" sz="1800" b="1" strike="noStrike" spc="-1">
                <a:solidFill>
                  <a:srgbClr val="1B3A6E"/>
                </a:solidFill>
                <a:latin typeface="Exo 2"/>
              </a:rPr>
              <a:t>Відредагуйте підзаголовок  або приберіть його</a:t>
            </a:r>
            <a:endParaRPr lang="uk-UA" sz="1800" b="0" strike="noStrike" spc="-1">
              <a:solidFill>
                <a:schemeClr val="dk1"/>
              </a:solidFill>
              <a:latin typeface="Exo 2"/>
            </a:endParaRPr>
          </a:p>
        </p:txBody>
      </p:sp>
      <p:sp>
        <p:nvSpPr>
          <p:cNvPr id="30" name="PlaceHolder 3"/>
          <p:cNvSpPr>
            <a:spLocks noGrp="1"/>
          </p:cNvSpPr>
          <p:nvPr>
            <p:ph type="body"/>
          </p:nvPr>
        </p:nvSpPr>
        <p:spPr>
          <a:xfrm>
            <a:off x="340200" y="1494360"/>
            <a:ext cx="7416720" cy="311400"/>
          </a:xfrm>
          <a:prstGeom prst="rect">
            <a:avLst/>
          </a:prstGeom>
          <a:noFill/>
          <a:ln w="0">
            <a:noFill/>
          </a:ln>
        </p:spPr>
        <p:txBody>
          <a:bodyPr lIns="68760" tIns="34200" rIns="68760" bIns="34200" anchor="t">
            <a:normAutofit/>
          </a:bodyPr>
          <a:lstStyle/>
          <a:p>
            <a:pPr indent="0" defTabSz="685800">
              <a:lnSpc>
                <a:spcPct val="90000"/>
              </a:lnSpc>
              <a:spcBef>
                <a:spcPts val="751"/>
              </a:spcBef>
              <a:buNone/>
              <a:tabLst>
                <a:tab pos="0" algn="l"/>
              </a:tabLst>
            </a:pPr>
            <a:r>
              <a:rPr lang="uk-UA" sz="1400" b="0" strike="noStrike" spc="-1">
                <a:solidFill>
                  <a:schemeClr val="dk1"/>
                </a:solidFill>
                <a:latin typeface="Exo 2"/>
              </a:rPr>
              <a:t>Відредагуйте текст слайду або вставте нове текстове поле</a:t>
            </a:r>
          </a:p>
        </p:txBody>
      </p:sp>
      <p:sp>
        <p:nvSpPr>
          <p:cNvPr id="31" name="TextBox 12"/>
          <p:cNvSpPr/>
          <p:nvPr/>
        </p:nvSpPr>
        <p:spPr>
          <a:xfrm>
            <a:off x="921240" y="4818240"/>
            <a:ext cx="7288200" cy="205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68760" tIns="34200" rIns="68760" bIns="34200" anchor="t">
            <a:spAutoFit/>
          </a:bodyPr>
          <a:lstStyle/>
          <a:p>
            <a:pPr defTabSz="685800">
              <a:lnSpc>
                <a:spcPct val="100000"/>
              </a:lnSpc>
            </a:pPr>
            <a:r>
              <a:rPr lang="uk-UA" sz="900" b="1" strike="noStrike" spc="-1">
                <a:solidFill>
                  <a:schemeClr val="lt1"/>
                </a:solidFill>
                <a:latin typeface="Exo 2"/>
              </a:rPr>
              <a:t>Національний технічний університет України «Київський політехнічний інститут імені Ігоря Сікорського»</a:t>
            </a:r>
            <a:endParaRPr lang="uk-UA" sz="9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2" name="Рисунок 13"/>
          <p:cNvPicPr/>
          <p:nvPr/>
        </p:nvPicPr>
        <p:blipFill>
          <a:blip r:embed="rId3"/>
          <a:stretch/>
        </p:blipFill>
        <p:spPr>
          <a:xfrm>
            <a:off x="457560" y="4431600"/>
            <a:ext cx="483120" cy="646560"/>
          </a:xfrm>
          <a:prstGeom prst="rect">
            <a:avLst/>
          </a:prstGeom>
          <a:ln w="0">
            <a:noFill/>
          </a:ln>
        </p:spPr>
      </p:pic>
      <p:pic>
        <p:nvPicPr>
          <p:cNvPr id="33" name="Рисунок 14"/>
          <p:cNvPicPr/>
          <p:nvPr/>
        </p:nvPicPr>
        <p:blipFill>
          <a:blip r:embed="rId4"/>
          <a:stretch/>
        </p:blipFill>
        <p:spPr>
          <a:xfrm>
            <a:off x="510840" y="4479480"/>
            <a:ext cx="376920" cy="551160"/>
          </a:xfrm>
          <a:prstGeom prst="rect">
            <a:avLst/>
          </a:prstGeom>
          <a:ln w="0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57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uk-UA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Прямокутник 5"/>
          <p:cNvSpPr/>
          <p:nvPr/>
        </p:nvSpPr>
        <p:spPr>
          <a:xfrm>
            <a:off x="0" y="4754880"/>
            <a:ext cx="9143640" cy="388080"/>
          </a:xfrm>
          <a:prstGeom prst="rect">
            <a:avLst/>
          </a:prstGeom>
          <a:solidFill>
            <a:srgbClr val="1B3A6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68760" tIns="34200" rIns="68760" bIns="34200" anchor="ctr">
            <a:noAutofit/>
          </a:bodyPr>
          <a:lstStyle/>
          <a:p>
            <a:pPr algn="ctr" defTabSz="685800">
              <a:lnSpc>
                <a:spcPct val="100000"/>
              </a:lnSpc>
            </a:pPr>
            <a:endParaRPr lang="uk-UA" sz="1400" b="0" strike="noStrike" spc="-1">
              <a:solidFill>
                <a:schemeClr val="lt1"/>
              </a:solidFill>
              <a:latin typeface="Exo 2"/>
            </a:endParaRPr>
          </a:p>
        </p:txBody>
      </p:sp>
      <p:sp>
        <p:nvSpPr>
          <p:cNvPr id="35" name="PlaceHolder 1"/>
          <p:cNvSpPr>
            <a:spLocks noGrp="1"/>
          </p:cNvSpPr>
          <p:nvPr>
            <p:ph type="body"/>
          </p:nvPr>
        </p:nvSpPr>
        <p:spPr>
          <a:xfrm>
            <a:off x="328320" y="323280"/>
            <a:ext cx="5513400" cy="705960"/>
          </a:xfrm>
          <a:prstGeom prst="rect">
            <a:avLst/>
          </a:prstGeom>
          <a:noFill/>
          <a:ln w="0">
            <a:noFill/>
          </a:ln>
        </p:spPr>
        <p:txBody>
          <a:bodyPr lIns="68760" tIns="34200" rIns="68760" bIns="34200" anchor="t">
            <a:normAutofit/>
          </a:bodyPr>
          <a:lstStyle/>
          <a:p>
            <a:pPr indent="0" defTabSz="685800">
              <a:lnSpc>
                <a:spcPct val="85000"/>
              </a:lnSpc>
              <a:buNone/>
              <a:tabLst>
                <a:tab pos="0" algn="l"/>
              </a:tabLst>
            </a:pPr>
            <a:r>
              <a:rPr lang="uk-UA" sz="2400" b="1" strike="noStrike" cap="all" spc="-1">
                <a:solidFill>
                  <a:srgbClr val="1B3A6E"/>
                </a:solidFill>
                <a:latin typeface="Exo 2"/>
              </a:rPr>
              <a:t>ВІДРЕДАГУЙТЕ ТЕКСТ ЗАГОЛОВКУ</a:t>
            </a:r>
            <a:endParaRPr lang="uk-UA" sz="2400" b="0" strike="noStrike" spc="-1">
              <a:solidFill>
                <a:schemeClr val="dk1"/>
              </a:solidFill>
              <a:latin typeface="Exo 2"/>
            </a:endParaRPr>
          </a:p>
        </p:txBody>
      </p:sp>
      <p:sp>
        <p:nvSpPr>
          <p:cNvPr id="36" name="PlaceHolder 2"/>
          <p:cNvSpPr>
            <a:spLocks noGrp="1"/>
          </p:cNvSpPr>
          <p:nvPr>
            <p:ph type="body"/>
          </p:nvPr>
        </p:nvSpPr>
        <p:spPr>
          <a:xfrm>
            <a:off x="334800" y="1040400"/>
            <a:ext cx="7416720" cy="311400"/>
          </a:xfrm>
          <a:prstGeom prst="rect">
            <a:avLst/>
          </a:prstGeom>
          <a:noFill/>
          <a:ln w="0">
            <a:noFill/>
          </a:ln>
        </p:spPr>
        <p:txBody>
          <a:bodyPr lIns="68760" tIns="34200" rIns="68760" bIns="34200" anchor="t">
            <a:noAutofit/>
          </a:bodyPr>
          <a:lstStyle/>
          <a:p>
            <a:pPr indent="0" defTabSz="685800">
              <a:lnSpc>
                <a:spcPct val="90000"/>
              </a:lnSpc>
              <a:spcBef>
                <a:spcPts val="751"/>
              </a:spcBef>
              <a:buNone/>
              <a:tabLst>
                <a:tab pos="0" algn="l"/>
              </a:tabLst>
            </a:pPr>
            <a:r>
              <a:rPr lang="uk-UA" sz="1800" b="1" strike="noStrike" spc="-1">
                <a:solidFill>
                  <a:srgbClr val="1B3A6E"/>
                </a:solidFill>
                <a:latin typeface="Exo 2"/>
              </a:rPr>
              <a:t>Відредагуйте підзаголовок  або приберіть його</a:t>
            </a:r>
            <a:endParaRPr lang="uk-UA" sz="1800" b="0" strike="noStrike" spc="-1">
              <a:solidFill>
                <a:schemeClr val="dk1"/>
              </a:solidFill>
              <a:latin typeface="Exo 2"/>
            </a:endParaRPr>
          </a:p>
        </p:txBody>
      </p:sp>
      <p:sp>
        <p:nvSpPr>
          <p:cNvPr id="37" name="PlaceHolder 3"/>
          <p:cNvSpPr>
            <a:spLocks noGrp="1"/>
          </p:cNvSpPr>
          <p:nvPr>
            <p:ph type="body"/>
          </p:nvPr>
        </p:nvSpPr>
        <p:spPr>
          <a:xfrm>
            <a:off x="340200" y="1494360"/>
            <a:ext cx="7416720" cy="311400"/>
          </a:xfrm>
          <a:prstGeom prst="rect">
            <a:avLst/>
          </a:prstGeom>
          <a:noFill/>
          <a:ln w="0">
            <a:noFill/>
          </a:ln>
        </p:spPr>
        <p:txBody>
          <a:bodyPr lIns="68760" tIns="34200" rIns="68760" bIns="34200" anchor="t">
            <a:normAutofit/>
          </a:bodyPr>
          <a:lstStyle/>
          <a:p>
            <a:pPr indent="0" defTabSz="685800">
              <a:lnSpc>
                <a:spcPct val="90000"/>
              </a:lnSpc>
              <a:spcBef>
                <a:spcPts val="751"/>
              </a:spcBef>
              <a:buNone/>
              <a:tabLst>
                <a:tab pos="0" algn="l"/>
              </a:tabLst>
            </a:pPr>
            <a:r>
              <a:rPr lang="uk-UA" sz="1400" b="0" strike="noStrike" spc="-1">
                <a:solidFill>
                  <a:schemeClr val="dk1"/>
                </a:solidFill>
                <a:latin typeface="Exo 2"/>
              </a:rPr>
              <a:t>Відредагуйте текст слайду або вставте нове текстове поле</a:t>
            </a:r>
          </a:p>
        </p:txBody>
      </p:sp>
      <p:grpSp>
        <p:nvGrpSpPr>
          <p:cNvPr id="38" name="Группа 1"/>
          <p:cNvGrpSpPr/>
          <p:nvPr/>
        </p:nvGrpSpPr>
        <p:grpSpPr>
          <a:xfrm>
            <a:off x="8211960" y="4425120"/>
            <a:ext cx="483120" cy="646560"/>
            <a:chOff x="8211960" y="4425120"/>
            <a:chExt cx="483120" cy="646560"/>
          </a:xfrm>
        </p:grpSpPr>
        <p:pic>
          <p:nvPicPr>
            <p:cNvPr id="39" name="Рисунок 8"/>
            <p:cNvPicPr/>
            <p:nvPr/>
          </p:nvPicPr>
          <p:blipFill>
            <a:blip r:embed="rId3"/>
            <a:stretch/>
          </p:blipFill>
          <p:spPr>
            <a:xfrm>
              <a:off x="8211960" y="4425120"/>
              <a:ext cx="483120" cy="646560"/>
            </a:xfrm>
            <a:prstGeom prst="rect">
              <a:avLst/>
            </a:prstGeom>
            <a:ln w="0">
              <a:noFill/>
            </a:ln>
          </p:spPr>
        </p:pic>
        <p:pic>
          <p:nvPicPr>
            <p:cNvPr id="40" name="Рисунок 11"/>
            <p:cNvPicPr/>
            <p:nvPr/>
          </p:nvPicPr>
          <p:blipFill>
            <a:blip r:embed="rId4"/>
            <a:stretch/>
          </p:blipFill>
          <p:spPr>
            <a:xfrm>
              <a:off x="8265240" y="4473000"/>
              <a:ext cx="376920" cy="551160"/>
            </a:xfrm>
            <a:prstGeom prst="rect">
              <a:avLst/>
            </a:prstGeom>
            <a:ln w="0">
              <a:noFill/>
            </a:ln>
          </p:spPr>
        </p:pic>
      </p:grpSp>
      <p:sp>
        <p:nvSpPr>
          <p:cNvPr id="41" name="TextBox 12"/>
          <p:cNvSpPr/>
          <p:nvPr/>
        </p:nvSpPr>
        <p:spPr>
          <a:xfrm>
            <a:off x="346680" y="4835520"/>
            <a:ext cx="7288200" cy="205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68760" tIns="34200" rIns="68760" bIns="34200" anchor="t">
            <a:spAutoFit/>
          </a:bodyPr>
          <a:lstStyle/>
          <a:p>
            <a:pPr defTabSz="685800">
              <a:lnSpc>
                <a:spcPct val="100000"/>
              </a:lnSpc>
            </a:pPr>
            <a:r>
              <a:rPr lang="uk-UA" sz="900" b="1" strike="noStrike" spc="-1">
                <a:solidFill>
                  <a:schemeClr val="lt1"/>
                </a:solidFill>
                <a:latin typeface="Exo 2"/>
              </a:rPr>
              <a:t>Національний технічний університет України «Київський політехнічний інститут імені Ігоря Сікорського»</a:t>
            </a:r>
            <a:endParaRPr lang="uk-UA" sz="9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uk-UA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" name="Рисунок 6"/>
          <p:cNvPicPr/>
          <p:nvPr/>
        </p:nvPicPr>
        <p:blipFill>
          <a:blip r:embed="rId3"/>
          <a:stretch/>
        </p:blipFill>
        <p:spPr>
          <a:xfrm>
            <a:off x="8348400" y="4189320"/>
            <a:ext cx="614880" cy="822600"/>
          </a:xfrm>
          <a:prstGeom prst="rect">
            <a:avLst/>
          </a:prstGeom>
          <a:ln w="0">
            <a:noFill/>
          </a:ln>
        </p:spPr>
      </p:pic>
      <p:pic>
        <p:nvPicPr>
          <p:cNvPr id="43" name="Рисунок 7"/>
          <p:cNvPicPr/>
          <p:nvPr/>
        </p:nvPicPr>
        <p:blipFill>
          <a:blip r:embed="rId4"/>
          <a:stretch/>
        </p:blipFill>
        <p:spPr>
          <a:xfrm>
            <a:off x="274320" y="4534920"/>
            <a:ext cx="296280" cy="433440"/>
          </a:xfrm>
          <a:prstGeom prst="rect">
            <a:avLst/>
          </a:prstGeom>
          <a:ln w="0">
            <a:noFill/>
          </a:ln>
        </p:spPr>
      </p:pic>
      <p:sp>
        <p:nvSpPr>
          <p:cNvPr id="44" name="TextBox 10"/>
          <p:cNvSpPr/>
          <p:nvPr/>
        </p:nvSpPr>
        <p:spPr>
          <a:xfrm>
            <a:off x="308160" y="4578480"/>
            <a:ext cx="4014360" cy="343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68760" tIns="34200" rIns="68760" bIns="34200" anchor="t">
            <a:spAutoFit/>
          </a:bodyPr>
          <a:lstStyle/>
          <a:p>
            <a:pPr defTabSz="685800">
              <a:lnSpc>
                <a:spcPct val="100000"/>
              </a:lnSpc>
            </a:pPr>
            <a:r>
              <a:rPr lang="uk-UA" sz="900" b="1" strike="noStrike" spc="-1">
                <a:solidFill>
                  <a:srgbClr val="1B3A6E"/>
                </a:solidFill>
                <a:latin typeface="Exo 2"/>
              </a:rPr>
              <a:t>Національний технічний університет України</a:t>
            </a:r>
            <a:br>
              <a:rPr sz="900"/>
            </a:br>
            <a:r>
              <a:rPr lang="uk-UA" sz="900" b="1" strike="noStrike" spc="-1">
                <a:solidFill>
                  <a:srgbClr val="1B3A6E"/>
                </a:solidFill>
                <a:latin typeface="Exo 2"/>
              </a:rPr>
              <a:t>«Київський політехнічний інститут імені Ігоря Сікорського»</a:t>
            </a:r>
            <a:endParaRPr lang="uk-UA" sz="9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uk-UA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PlaceHolder 1"/>
          <p:cNvSpPr>
            <a:spLocks noGrp="1"/>
          </p:cNvSpPr>
          <p:nvPr>
            <p:ph type="body"/>
          </p:nvPr>
        </p:nvSpPr>
        <p:spPr>
          <a:xfrm>
            <a:off x="328320" y="323280"/>
            <a:ext cx="5513400" cy="705960"/>
          </a:xfrm>
          <a:prstGeom prst="rect">
            <a:avLst/>
          </a:prstGeom>
          <a:noFill/>
          <a:ln w="0">
            <a:noFill/>
          </a:ln>
        </p:spPr>
        <p:txBody>
          <a:bodyPr lIns="68760" tIns="34200" rIns="68760" bIns="34200" anchor="t">
            <a:normAutofit/>
          </a:bodyPr>
          <a:lstStyle/>
          <a:p>
            <a:pPr indent="0" defTabSz="685800">
              <a:lnSpc>
                <a:spcPct val="85000"/>
              </a:lnSpc>
              <a:buNone/>
              <a:tabLst>
                <a:tab pos="0" algn="l"/>
              </a:tabLst>
            </a:pPr>
            <a:r>
              <a:rPr lang="uk-UA" sz="2400" b="1" strike="noStrike" cap="all" spc="-1">
                <a:solidFill>
                  <a:srgbClr val="1B3A6E"/>
                </a:solidFill>
                <a:latin typeface="Exo 2"/>
              </a:rPr>
              <a:t>ВІДРЕДАГУЙТЕ ТЕКСТ ЗАГОЛОВКУ</a:t>
            </a:r>
            <a:endParaRPr lang="uk-UA" sz="2400" b="0" strike="noStrike" spc="-1">
              <a:solidFill>
                <a:schemeClr val="dk1"/>
              </a:solidFill>
              <a:latin typeface="Exo 2"/>
            </a:endParaRPr>
          </a:p>
        </p:txBody>
      </p:sp>
      <p:sp>
        <p:nvSpPr>
          <p:cNvPr id="46" name="PlaceHolder 2"/>
          <p:cNvSpPr>
            <a:spLocks noGrp="1"/>
          </p:cNvSpPr>
          <p:nvPr>
            <p:ph type="body"/>
          </p:nvPr>
        </p:nvSpPr>
        <p:spPr>
          <a:xfrm>
            <a:off x="334800" y="1040400"/>
            <a:ext cx="7416720" cy="311400"/>
          </a:xfrm>
          <a:prstGeom prst="rect">
            <a:avLst/>
          </a:prstGeom>
          <a:noFill/>
          <a:ln w="0">
            <a:noFill/>
          </a:ln>
        </p:spPr>
        <p:txBody>
          <a:bodyPr lIns="68760" tIns="34200" rIns="68760" bIns="34200" anchor="t">
            <a:noAutofit/>
          </a:bodyPr>
          <a:lstStyle/>
          <a:p>
            <a:pPr indent="0" defTabSz="685800">
              <a:lnSpc>
                <a:spcPct val="90000"/>
              </a:lnSpc>
              <a:spcBef>
                <a:spcPts val="751"/>
              </a:spcBef>
              <a:buNone/>
              <a:tabLst>
                <a:tab pos="0" algn="l"/>
              </a:tabLst>
            </a:pPr>
            <a:r>
              <a:rPr lang="uk-UA" sz="1800" b="1" strike="noStrike" spc="-1">
                <a:solidFill>
                  <a:srgbClr val="1B3A6E"/>
                </a:solidFill>
                <a:latin typeface="Exo 2"/>
              </a:rPr>
              <a:t>Відредагуйте підзаголовок  або приберіть його</a:t>
            </a:r>
            <a:endParaRPr lang="uk-UA" sz="1800" b="0" strike="noStrike" spc="-1">
              <a:solidFill>
                <a:schemeClr val="dk1"/>
              </a:solidFill>
              <a:latin typeface="Exo 2"/>
            </a:endParaRPr>
          </a:p>
        </p:txBody>
      </p:sp>
      <p:sp>
        <p:nvSpPr>
          <p:cNvPr id="47" name="PlaceHolder 3"/>
          <p:cNvSpPr>
            <a:spLocks noGrp="1"/>
          </p:cNvSpPr>
          <p:nvPr>
            <p:ph type="body"/>
          </p:nvPr>
        </p:nvSpPr>
        <p:spPr>
          <a:xfrm>
            <a:off x="340200" y="1494360"/>
            <a:ext cx="7416720" cy="311400"/>
          </a:xfrm>
          <a:prstGeom prst="rect">
            <a:avLst/>
          </a:prstGeom>
          <a:noFill/>
          <a:ln w="0">
            <a:noFill/>
          </a:ln>
        </p:spPr>
        <p:txBody>
          <a:bodyPr lIns="68760" tIns="34200" rIns="68760" bIns="34200" anchor="t">
            <a:normAutofit/>
          </a:bodyPr>
          <a:lstStyle/>
          <a:p>
            <a:pPr indent="0" defTabSz="685800">
              <a:lnSpc>
                <a:spcPct val="90000"/>
              </a:lnSpc>
              <a:spcBef>
                <a:spcPts val="751"/>
              </a:spcBef>
              <a:buNone/>
              <a:tabLst>
                <a:tab pos="0" algn="l"/>
              </a:tabLst>
            </a:pPr>
            <a:r>
              <a:rPr lang="uk-UA" sz="1400" b="0" strike="noStrike" spc="-1">
                <a:solidFill>
                  <a:schemeClr val="dk1"/>
                </a:solidFill>
                <a:latin typeface="Exo 2"/>
              </a:rPr>
              <a:t>Відредагуйте текст слайду або вставте нове текстове поле</a:t>
            </a:r>
          </a:p>
        </p:txBody>
      </p:sp>
      <p:pic>
        <p:nvPicPr>
          <p:cNvPr id="48" name="Рисунок 10"/>
          <p:cNvPicPr/>
          <p:nvPr/>
        </p:nvPicPr>
        <p:blipFill>
          <a:blip r:embed="rId3"/>
          <a:stretch/>
        </p:blipFill>
        <p:spPr>
          <a:xfrm>
            <a:off x="8399160" y="4341960"/>
            <a:ext cx="392760" cy="574560"/>
          </a:xfrm>
          <a:prstGeom prst="rect">
            <a:avLst/>
          </a:prstGeom>
          <a:ln w="0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uk-UA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3A6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body"/>
          </p:nvPr>
        </p:nvSpPr>
        <p:spPr>
          <a:xfrm>
            <a:off x="328320" y="323280"/>
            <a:ext cx="5513400" cy="705960"/>
          </a:xfrm>
          <a:prstGeom prst="rect">
            <a:avLst/>
          </a:prstGeom>
          <a:noFill/>
          <a:ln w="0">
            <a:noFill/>
          </a:ln>
        </p:spPr>
        <p:txBody>
          <a:bodyPr lIns="68760" tIns="34200" rIns="68760" bIns="34200" anchor="t">
            <a:normAutofit/>
          </a:bodyPr>
          <a:lstStyle/>
          <a:p>
            <a:pPr indent="0" defTabSz="685800">
              <a:lnSpc>
                <a:spcPct val="85000"/>
              </a:lnSpc>
              <a:buNone/>
              <a:tabLst>
                <a:tab pos="0" algn="l"/>
              </a:tabLst>
            </a:pPr>
            <a:r>
              <a:rPr lang="uk-UA" sz="2400" b="1" strike="noStrike" cap="all" spc="-1">
                <a:solidFill>
                  <a:schemeClr val="lt1"/>
                </a:solidFill>
                <a:latin typeface="Exo 2"/>
              </a:rPr>
              <a:t>ВІДРЕДАГУЙТЕ ТЕКСТ ЗАГОЛОВКУ</a:t>
            </a:r>
            <a:endParaRPr lang="uk-UA" sz="2400" b="0" strike="noStrike" spc="-1">
              <a:solidFill>
                <a:schemeClr val="dk1"/>
              </a:solidFill>
              <a:latin typeface="Exo 2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334800" y="1040400"/>
            <a:ext cx="7416720" cy="311400"/>
          </a:xfrm>
          <a:prstGeom prst="rect">
            <a:avLst/>
          </a:prstGeom>
          <a:noFill/>
          <a:ln w="0">
            <a:noFill/>
          </a:ln>
        </p:spPr>
        <p:txBody>
          <a:bodyPr lIns="68760" tIns="34200" rIns="68760" bIns="34200" anchor="t">
            <a:noAutofit/>
          </a:bodyPr>
          <a:lstStyle/>
          <a:p>
            <a:pPr indent="0" defTabSz="685800">
              <a:lnSpc>
                <a:spcPct val="90000"/>
              </a:lnSpc>
              <a:spcBef>
                <a:spcPts val="751"/>
              </a:spcBef>
              <a:buNone/>
              <a:tabLst>
                <a:tab pos="0" algn="l"/>
              </a:tabLst>
            </a:pPr>
            <a:r>
              <a:rPr lang="uk-UA" sz="1800" b="1" strike="noStrike" spc="-1">
                <a:solidFill>
                  <a:schemeClr val="lt1"/>
                </a:solidFill>
                <a:latin typeface="Exo 2"/>
              </a:rPr>
              <a:t>Відредагуйте підзаголовок  або приберіть його</a:t>
            </a:r>
            <a:endParaRPr lang="uk-UA" sz="1800" b="0" strike="noStrike" spc="-1">
              <a:solidFill>
                <a:schemeClr val="dk1"/>
              </a:solidFill>
              <a:latin typeface="Exo 2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body"/>
          </p:nvPr>
        </p:nvSpPr>
        <p:spPr>
          <a:xfrm>
            <a:off x="340200" y="1494360"/>
            <a:ext cx="7416720" cy="311400"/>
          </a:xfrm>
          <a:prstGeom prst="rect">
            <a:avLst/>
          </a:prstGeom>
          <a:noFill/>
          <a:ln w="0">
            <a:noFill/>
          </a:ln>
        </p:spPr>
        <p:txBody>
          <a:bodyPr lIns="68760" tIns="34200" rIns="68760" bIns="34200" anchor="t">
            <a:normAutofit/>
          </a:bodyPr>
          <a:lstStyle/>
          <a:p>
            <a:pPr indent="0" defTabSz="685800">
              <a:lnSpc>
                <a:spcPct val="90000"/>
              </a:lnSpc>
              <a:spcBef>
                <a:spcPts val="751"/>
              </a:spcBef>
              <a:buNone/>
              <a:tabLst>
                <a:tab pos="0" algn="l"/>
              </a:tabLst>
            </a:pPr>
            <a:r>
              <a:rPr lang="uk-UA" sz="1400" b="0" strike="noStrike" spc="-1">
                <a:solidFill>
                  <a:schemeClr val="lt1"/>
                </a:solidFill>
                <a:latin typeface="Exo 2"/>
              </a:rPr>
              <a:t>Відредагуйте текст слайду або вставте нове текстове поле</a:t>
            </a:r>
            <a:endParaRPr lang="uk-UA" sz="1400" b="0" strike="noStrike" spc="-1">
              <a:solidFill>
                <a:schemeClr val="dk1"/>
              </a:solidFill>
              <a:latin typeface="Exo 2"/>
            </a:endParaRPr>
          </a:p>
        </p:txBody>
      </p:sp>
      <p:pic>
        <p:nvPicPr>
          <p:cNvPr id="52" name="Рисунок 5"/>
          <p:cNvPicPr/>
          <p:nvPr/>
        </p:nvPicPr>
        <p:blipFill>
          <a:blip r:embed="rId3"/>
          <a:stretch/>
        </p:blipFill>
        <p:spPr>
          <a:xfrm>
            <a:off x="8380080" y="4341960"/>
            <a:ext cx="429480" cy="574560"/>
          </a:xfrm>
          <a:prstGeom prst="rect">
            <a:avLst/>
          </a:prstGeom>
          <a:ln w="0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5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uk-UA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Relationship Id="rId4" Type="http://schemas.microsoft.com/office/2007/relationships/hdphoto" Target="../media/hdphoto1.wdp"/></Relationships>
</file>

<file path=ppt/slides/_rels/slide3.xml.rels><?xml version="1.0" encoding="UTF-8" standalone="yes"?>
<Relationships xmlns="http://schemas.openxmlformats.org/package/2006/relationships"><Relationship Id="rId8" Type="http://schemas.microsoft.com/office/2007/relationships/hdphoto" Target="../media/hdphoto4.wdp"/><Relationship Id="rId3" Type="http://schemas.openxmlformats.org/officeDocument/2006/relationships/image" Target="../media/image11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Relationship Id="rId6" Type="http://schemas.microsoft.com/office/2007/relationships/hdphoto" Target="../media/hdphoto3.wdp"/><Relationship Id="rId5" Type="http://schemas.openxmlformats.org/officeDocument/2006/relationships/image" Target="../media/image12.png"/><Relationship Id="rId10" Type="http://schemas.microsoft.com/office/2007/relationships/hdphoto" Target="../media/hdphoto1.wdp"/><Relationship Id="rId4" Type="http://schemas.microsoft.com/office/2007/relationships/hdphoto" Target="../media/hdphoto2.wdp"/><Relationship Id="rId9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/>
          </p:nvPr>
        </p:nvSpPr>
        <p:spPr>
          <a:xfrm>
            <a:off x="972000" y="3654720"/>
            <a:ext cx="7199640" cy="359640"/>
          </a:xfrm>
          <a:prstGeom prst="rect">
            <a:avLst/>
          </a:prstGeom>
          <a:noFill/>
          <a:ln w="0">
            <a:noFill/>
          </a:ln>
        </p:spPr>
        <p:txBody>
          <a:bodyPr lIns="68760" tIns="34200" rIns="68760" bIns="34200" anchor="t">
            <a:normAutofit/>
          </a:bodyPr>
          <a:lstStyle/>
          <a:p>
            <a:pPr indent="0" algn="ctr" defTabSz="685800">
              <a:lnSpc>
                <a:spcPct val="90000"/>
              </a:lnSpc>
              <a:spcBef>
                <a:spcPts val="751"/>
              </a:spcBef>
              <a:buNone/>
              <a:tabLst>
                <a:tab pos="0" algn="l"/>
              </a:tabLst>
            </a:pPr>
            <a:r>
              <a:rPr lang="uk-UA" sz="1800" b="0" strike="noStrike" spc="-1">
                <a:solidFill>
                  <a:schemeClr val="dk1"/>
                </a:solidFill>
                <a:latin typeface="Calibri"/>
              </a:rPr>
              <a:t>виконав: студент групи ТВ-22 Сівоздрав Артем Миколайович</a:t>
            </a:r>
            <a:endParaRPr lang="uk-UA" sz="1800" b="0" strike="noStrike" spc="-1">
              <a:solidFill>
                <a:schemeClr val="dk1"/>
              </a:solidFill>
              <a:latin typeface="Exo 2"/>
            </a:endParaRPr>
          </a:p>
        </p:txBody>
      </p:sp>
      <p:sp>
        <p:nvSpPr>
          <p:cNvPr id="54" name="PlaceHolder 2"/>
          <p:cNvSpPr>
            <a:spLocks noGrp="1"/>
          </p:cNvSpPr>
          <p:nvPr>
            <p:ph/>
          </p:nvPr>
        </p:nvSpPr>
        <p:spPr>
          <a:xfrm>
            <a:off x="330480" y="4132440"/>
            <a:ext cx="8482680" cy="359640"/>
          </a:xfrm>
          <a:prstGeom prst="rect">
            <a:avLst/>
          </a:prstGeom>
          <a:noFill/>
          <a:ln w="0">
            <a:noFill/>
          </a:ln>
        </p:spPr>
        <p:txBody>
          <a:bodyPr lIns="68760" tIns="34200" rIns="68760" bIns="34200" anchor="t">
            <a:noAutofit/>
          </a:bodyPr>
          <a:lstStyle/>
          <a:p>
            <a:pPr indent="0" algn="ctr" defTabSz="685800">
              <a:lnSpc>
                <a:spcPct val="90000"/>
              </a:lnSpc>
              <a:spcBef>
                <a:spcPts val="751"/>
              </a:spcBef>
              <a:buNone/>
              <a:tabLst>
                <a:tab pos="0" algn="l"/>
              </a:tabLst>
            </a:pPr>
            <a:r>
              <a:rPr lang="uk-UA" sz="1800" b="0" strike="noStrike" spc="-1">
                <a:solidFill>
                  <a:schemeClr val="dk1"/>
                </a:solidFill>
                <a:latin typeface="Calibri"/>
              </a:rPr>
              <a:t>керівник: ст. викладач Сарибога Ганна Володимирівна</a:t>
            </a:r>
            <a:endParaRPr lang="uk-UA" sz="1800" b="0" strike="noStrike" spc="-1">
              <a:solidFill>
                <a:schemeClr val="dk1"/>
              </a:solidFill>
              <a:latin typeface="Exo 2"/>
            </a:endParaRPr>
          </a:p>
        </p:txBody>
      </p:sp>
      <p:sp>
        <p:nvSpPr>
          <p:cNvPr id="55" name="PlaceHolder 3"/>
          <p:cNvSpPr>
            <a:spLocks noGrp="1"/>
          </p:cNvSpPr>
          <p:nvPr>
            <p:ph/>
          </p:nvPr>
        </p:nvSpPr>
        <p:spPr>
          <a:xfrm>
            <a:off x="1815120" y="2442600"/>
            <a:ext cx="5513400" cy="705960"/>
          </a:xfrm>
          <a:prstGeom prst="rect">
            <a:avLst/>
          </a:prstGeom>
          <a:noFill/>
          <a:ln w="0">
            <a:noFill/>
          </a:ln>
        </p:spPr>
        <p:txBody>
          <a:bodyPr lIns="68760" tIns="34200" rIns="68760" bIns="34200" anchor="t">
            <a:noAutofit/>
          </a:bodyPr>
          <a:lstStyle/>
          <a:p>
            <a:pPr indent="0" algn="ctr" defTabSz="685800">
              <a:lnSpc>
                <a:spcPct val="85000"/>
              </a:lnSpc>
              <a:buNone/>
              <a:tabLst>
                <a:tab pos="0" algn="l"/>
              </a:tabLst>
            </a:pPr>
            <a:r>
              <a:rPr lang="ru-RU" sz="2400" b="1" strike="noStrike" cap="all" spc="-1" dirty="0">
                <a:solidFill>
                  <a:srgbClr val="1B3A6E"/>
                </a:solidFill>
                <a:latin typeface="Calibri"/>
              </a:rPr>
              <a:t> </a:t>
            </a:r>
            <a:r>
              <a:rPr lang="ru-RU" sz="2400" b="1" strike="noStrike" cap="all" spc="-1" dirty="0" err="1">
                <a:solidFill>
                  <a:srgbClr val="1B3A6E"/>
                </a:solidFill>
                <a:latin typeface="Calibri"/>
              </a:rPr>
              <a:t>Розробка</a:t>
            </a:r>
            <a:r>
              <a:rPr lang="ru-RU" sz="2400" b="1" strike="noStrike" cap="all" spc="-1" dirty="0">
                <a:solidFill>
                  <a:srgbClr val="1B3A6E"/>
                </a:solidFill>
                <a:latin typeface="Calibri"/>
              </a:rPr>
              <a:t> </a:t>
            </a:r>
            <a:r>
              <a:rPr lang="ru-RU" sz="2400" b="1" strike="noStrike" cap="all" spc="-1" dirty="0" err="1">
                <a:solidFill>
                  <a:srgbClr val="1B3A6E"/>
                </a:solidFill>
                <a:latin typeface="Calibri"/>
              </a:rPr>
              <a:t>програмного</a:t>
            </a:r>
            <a:r>
              <a:rPr lang="ru-RU" sz="2400" b="1" strike="noStrike" cap="all" spc="-1" dirty="0">
                <a:solidFill>
                  <a:srgbClr val="1B3A6E"/>
                </a:solidFill>
                <a:latin typeface="Calibri"/>
              </a:rPr>
              <a:t> </a:t>
            </a:r>
            <a:r>
              <a:rPr lang="ru-RU" sz="2400" b="1" strike="noStrike" cap="all" spc="-1" dirty="0" err="1">
                <a:solidFill>
                  <a:srgbClr val="1B3A6E"/>
                </a:solidFill>
                <a:latin typeface="Calibri"/>
              </a:rPr>
              <a:t>забезпечення</a:t>
            </a:r>
            <a:r>
              <a:rPr lang="ru-RU" sz="2400" b="1" strike="noStrike" cap="all" spc="-1" dirty="0">
                <a:solidFill>
                  <a:srgbClr val="1B3A6E"/>
                </a:solidFill>
                <a:latin typeface="Calibri"/>
              </a:rPr>
              <a:t> </a:t>
            </a:r>
            <a:r>
              <a:rPr lang="ru-RU" sz="2400" b="1" strike="noStrike" cap="all" spc="-1" dirty="0" err="1">
                <a:solidFill>
                  <a:srgbClr val="1B3A6E"/>
                </a:solidFill>
                <a:latin typeface="Calibri"/>
              </a:rPr>
              <a:t>моделювання</a:t>
            </a:r>
            <a:r>
              <a:rPr lang="ru-RU" sz="2400" b="1" strike="noStrike" cap="all" spc="-1" dirty="0">
                <a:solidFill>
                  <a:srgbClr val="1B3A6E"/>
                </a:solidFill>
                <a:latin typeface="Calibri"/>
              </a:rPr>
              <a:t> </a:t>
            </a:r>
            <a:r>
              <a:rPr lang="ru-RU" sz="2400" b="1" strike="noStrike" cap="all" spc="-1" dirty="0" err="1">
                <a:solidFill>
                  <a:srgbClr val="1B3A6E"/>
                </a:solidFill>
                <a:latin typeface="Calibri"/>
              </a:rPr>
              <a:t>віддаленого</a:t>
            </a:r>
            <a:r>
              <a:rPr lang="ru-RU" sz="2400" b="1" strike="noStrike" cap="all" spc="-1" dirty="0">
                <a:solidFill>
                  <a:srgbClr val="1B3A6E"/>
                </a:solidFill>
                <a:latin typeface="Calibri"/>
              </a:rPr>
              <a:t> контролю</a:t>
            </a:r>
            <a:endParaRPr lang="uk-UA" sz="2400" b="0" strike="noStrike" spc="-1" dirty="0">
              <a:solidFill>
                <a:schemeClr val="dk1"/>
              </a:solidFill>
              <a:latin typeface="Exo 2"/>
            </a:endParaRPr>
          </a:p>
        </p:txBody>
      </p:sp>
      <p:sp>
        <p:nvSpPr>
          <p:cNvPr id="56" name="PlaceHolder 4"/>
          <p:cNvSpPr>
            <a:spLocks noGrp="1"/>
          </p:cNvSpPr>
          <p:nvPr>
            <p:ph/>
          </p:nvPr>
        </p:nvSpPr>
        <p:spPr>
          <a:xfrm>
            <a:off x="3942000" y="4752000"/>
            <a:ext cx="1259640" cy="287640"/>
          </a:xfrm>
          <a:prstGeom prst="rect">
            <a:avLst/>
          </a:prstGeom>
          <a:noFill/>
          <a:ln w="0">
            <a:noFill/>
          </a:ln>
        </p:spPr>
        <p:txBody>
          <a:bodyPr lIns="68760" tIns="34200" rIns="68760" bIns="34200" anchor="t">
            <a:noAutofit/>
          </a:bodyPr>
          <a:lstStyle/>
          <a:p>
            <a:pPr indent="0" algn="ctr" defTabSz="685800">
              <a:lnSpc>
                <a:spcPct val="90000"/>
              </a:lnSpc>
              <a:spcBef>
                <a:spcPts val="751"/>
              </a:spcBef>
              <a:buNone/>
              <a:tabLst>
                <a:tab pos="0" algn="l"/>
              </a:tabLst>
            </a:pPr>
            <a:r>
              <a:rPr lang="uk-UA" sz="1400" b="0" strike="noStrike" spc="-1">
                <a:solidFill>
                  <a:schemeClr val="dk1"/>
                </a:solidFill>
                <a:latin typeface="Calibri"/>
              </a:rPr>
              <a:t>2026 рік</a:t>
            </a:r>
            <a:endParaRPr lang="uk-UA" sz="1400" b="0" strike="noStrike" spc="-1">
              <a:solidFill>
                <a:schemeClr val="dk1"/>
              </a:solidFill>
              <a:latin typeface="Exo 2"/>
            </a:endParaRPr>
          </a:p>
        </p:txBody>
      </p:sp>
      <p:sp>
        <p:nvSpPr>
          <p:cNvPr id="57" name="PlaceHolder 5"/>
          <p:cNvSpPr>
            <a:spLocks noGrp="1"/>
          </p:cNvSpPr>
          <p:nvPr>
            <p:ph/>
          </p:nvPr>
        </p:nvSpPr>
        <p:spPr>
          <a:xfrm>
            <a:off x="522000" y="1152000"/>
            <a:ext cx="8099640" cy="35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 algn="ctr" defTabSz="685800">
              <a:lnSpc>
                <a:spcPct val="90000"/>
              </a:lnSpc>
              <a:spcBef>
                <a:spcPts val="751"/>
              </a:spcBef>
              <a:buNone/>
              <a:tabLst>
                <a:tab pos="0" algn="l"/>
              </a:tabLst>
            </a:pPr>
            <a:r>
              <a:rPr lang="uk-UA" sz="2400" b="0" strike="noStrike" spc="-1">
                <a:solidFill>
                  <a:srgbClr val="1B3A6E"/>
                </a:solidFill>
                <a:latin typeface="Calibri"/>
              </a:rPr>
              <a:t>Навчально-науковий інститут атомної та теплової енергетики</a:t>
            </a:r>
            <a:endParaRPr lang="uk-UA" sz="2400" b="0" strike="noStrike" spc="-1">
              <a:solidFill>
                <a:schemeClr val="dk1"/>
              </a:solidFill>
              <a:latin typeface="Exo 2"/>
            </a:endParaRPr>
          </a:p>
        </p:txBody>
      </p:sp>
      <p:sp>
        <p:nvSpPr>
          <p:cNvPr id="58" name="Місце для тексту 6"/>
          <p:cNvSpPr/>
          <p:nvPr/>
        </p:nvSpPr>
        <p:spPr>
          <a:xfrm>
            <a:off x="522000" y="1797300"/>
            <a:ext cx="8099640" cy="359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algn="ctr" defTabSz="685800">
              <a:lnSpc>
                <a:spcPct val="90000"/>
              </a:lnSpc>
              <a:spcBef>
                <a:spcPts val="751"/>
              </a:spcBef>
              <a:tabLst>
                <a:tab pos="0" algn="l"/>
              </a:tabLst>
            </a:pPr>
            <a:r>
              <a:rPr lang="uk-UA" sz="2200" b="0" strike="noStrike" spc="-1" dirty="0">
                <a:solidFill>
                  <a:srgbClr val="1B3A6E"/>
                </a:solidFill>
                <a:latin typeface="Calibri"/>
              </a:rPr>
              <a:t>Кафедра інженерії програмного забезпечення в енергетиці</a:t>
            </a:r>
            <a:endParaRPr lang="uk-UA" sz="22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/>
          </p:nvPr>
        </p:nvSpPr>
        <p:spPr>
          <a:xfrm>
            <a:off x="180000" y="180000"/>
            <a:ext cx="8783640" cy="431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 defTabSz="685800">
              <a:lnSpc>
                <a:spcPct val="85000"/>
              </a:lnSpc>
              <a:buNone/>
              <a:tabLst>
                <a:tab pos="0" algn="l"/>
              </a:tabLst>
            </a:pPr>
            <a:r>
              <a:rPr lang="uk-UA" sz="2800" b="0" strike="noStrike" spc="-1">
                <a:solidFill>
                  <a:schemeClr val="lt1"/>
                </a:solidFill>
                <a:latin typeface="Calibri"/>
              </a:rPr>
              <a:t>Завдання системи</a:t>
            </a:r>
            <a:endParaRPr lang="uk-UA" sz="2800" b="0" strike="noStrike" spc="-1">
              <a:solidFill>
                <a:schemeClr val="dk1"/>
              </a:solidFill>
              <a:latin typeface="Exo 2"/>
            </a:endParaRPr>
          </a:p>
        </p:txBody>
      </p:sp>
      <p:sp>
        <p:nvSpPr>
          <p:cNvPr id="60" name="TextBox 5"/>
          <p:cNvSpPr/>
          <p:nvPr/>
        </p:nvSpPr>
        <p:spPr>
          <a:xfrm>
            <a:off x="8280000" y="4752000"/>
            <a:ext cx="719640" cy="251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algn="r" defTabSz="685800">
              <a:lnSpc>
                <a:spcPct val="100000"/>
              </a:lnSpc>
            </a:pPr>
            <a:r>
              <a:rPr lang="uk-UA" sz="1200" b="0" strike="noStrike" spc="-1">
                <a:solidFill>
                  <a:schemeClr val="lt1"/>
                </a:solidFill>
                <a:latin typeface="Exo 2"/>
              </a:rPr>
              <a:t>Слайд 2 </a:t>
            </a:r>
            <a:endParaRPr lang="uk-UA" sz="1200" b="0" strike="noStrike" spc="-1">
              <a:solidFill>
                <a:srgbClr val="000000"/>
              </a:solidFill>
              <a:latin typeface="Arial"/>
            </a:endParaRPr>
          </a:p>
          <a:p>
            <a:pPr algn="r" defTabSz="685800">
              <a:lnSpc>
                <a:spcPct val="100000"/>
              </a:lnSpc>
            </a:pPr>
            <a:endParaRPr lang="uk-UA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" name="Місце для тексту 4"/>
          <p:cNvSpPr/>
          <p:nvPr/>
        </p:nvSpPr>
        <p:spPr>
          <a:xfrm>
            <a:off x="144000" y="2300400"/>
            <a:ext cx="8783640" cy="1960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68760" tIns="34200" rIns="68760" bIns="34200" anchor="t">
            <a:noAutofit/>
          </a:bodyPr>
          <a:lstStyle/>
          <a:p>
            <a:pPr defTabSz="685800">
              <a:lnSpc>
                <a:spcPct val="100000"/>
              </a:lnSpc>
              <a:tabLst>
                <a:tab pos="0" algn="l"/>
              </a:tabLst>
            </a:pPr>
            <a:endParaRPr lang="uk-UA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" name="TextBox 61"/>
          <p:cNvSpPr txBox="1"/>
          <p:nvPr/>
        </p:nvSpPr>
        <p:spPr>
          <a:xfrm>
            <a:off x="180000" y="900000"/>
            <a:ext cx="8820000" cy="9000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r>
              <a:rPr lang="uk-UA" sz="1800" b="0" strike="noStrike" spc="-1">
                <a:solidFill>
                  <a:srgbClr val="000000"/>
                </a:solidFill>
                <a:latin typeface="Arial"/>
              </a:rPr>
              <a:t>Суть системи полягає в тому, щоб дати змогу керувати бпла з будь якої точки світу. Для цього система має задовільняти три вимоги.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80000" y="1800000"/>
            <a:ext cx="4500000" cy="25200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pPr marL="216000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uk-UA" sz="1800" b="0" strike="noStrike" spc="-1">
                <a:solidFill>
                  <a:srgbClr val="000000"/>
                </a:solidFill>
                <a:latin typeface="Arial"/>
              </a:rPr>
              <a:t> Передавати відео, та телеметрію від дрона до пілота</a:t>
            </a:r>
          </a:p>
          <a:p>
            <a:pPr marL="216000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endParaRPr lang="uk-UA" sz="1800" b="0" strike="noStrike" spc="-1">
              <a:solidFill>
                <a:srgbClr val="000000"/>
              </a:solidFill>
              <a:latin typeface="Arial"/>
            </a:endParaRPr>
          </a:p>
          <a:p>
            <a:pPr marL="216000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uk-UA" sz="1800" b="0" strike="noStrike" spc="-1">
                <a:solidFill>
                  <a:srgbClr val="000000"/>
                </a:solidFill>
                <a:latin typeface="Arial"/>
              </a:rPr>
              <a:t>Передавати команди телекерування від пілота до дрона</a:t>
            </a:r>
          </a:p>
          <a:p>
            <a:pPr marL="216000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endParaRPr lang="uk-UA" sz="1800" b="0" strike="noStrike" spc="-1">
              <a:solidFill>
                <a:srgbClr val="000000"/>
              </a:solidFill>
              <a:latin typeface="Arial"/>
            </a:endParaRPr>
          </a:p>
          <a:p>
            <a:pPr marL="216000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uk-UA" sz="1800" b="0" strike="noStrike" spc="-1">
                <a:solidFill>
                  <a:srgbClr val="000000"/>
                </a:solidFill>
                <a:latin typeface="Arial"/>
              </a:rPr>
              <a:t>Забезпечувати прийнянту для роботи системи затримку.</a:t>
            </a:r>
          </a:p>
        </p:txBody>
      </p:sp>
      <p:pic>
        <p:nvPicPr>
          <p:cNvPr id="64" name="Рисунок 63"/>
          <p:cNvPicPr/>
          <p:nvPr/>
        </p:nvPicPr>
        <p:blipFill>
          <a:blip r:embed="rId2"/>
          <a:stretch/>
        </p:blipFill>
        <p:spPr>
          <a:xfrm>
            <a:off x="5080860" y="2753820"/>
            <a:ext cx="2055960" cy="1370520"/>
          </a:xfrm>
          <a:prstGeom prst="rect">
            <a:avLst/>
          </a:prstGeom>
          <a:ln w="0">
            <a:noFill/>
          </a:ln>
        </p:spPr>
      </p:pic>
      <p:pic>
        <p:nvPicPr>
          <p:cNvPr id="65" name="Рисунок 64"/>
          <p:cNvPicPr/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tretch/>
        </p:blipFill>
        <p:spPr>
          <a:xfrm>
            <a:off x="5993640" y="1363501"/>
            <a:ext cx="2970000" cy="198000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idx="4294967295"/>
          </p:nvPr>
        </p:nvSpPr>
        <p:spPr>
          <a:xfrm>
            <a:off x="180000" y="180000"/>
            <a:ext cx="8783640" cy="431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 defTabSz="685800">
              <a:lnSpc>
                <a:spcPct val="85000"/>
              </a:lnSpc>
              <a:buNone/>
              <a:tabLst>
                <a:tab pos="0" algn="l"/>
              </a:tabLst>
            </a:pPr>
            <a:r>
              <a:rPr lang="uk-UA" sz="2800" b="0" strike="noStrike" spc="-1" dirty="0">
                <a:solidFill>
                  <a:schemeClr val="lt1"/>
                </a:solidFill>
                <a:latin typeface="Calibri"/>
              </a:rPr>
              <a:t>Загальна </a:t>
            </a:r>
            <a:r>
              <a:rPr lang="uk-UA" spc="-1" dirty="0">
                <a:solidFill>
                  <a:schemeClr val="lt1"/>
                </a:solidFill>
                <a:latin typeface="Calibri"/>
              </a:rPr>
              <a:t>схема роботи системи</a:t>
            </a:r>
            <a:endParaRPr lang="uk-UA" sz="2800" b="0" strike="noStrike" spc="-1" dirty="0">
              <a:solidFill>
                <a:schemeClr val="dk1"/>
              </a:solidFill>
              <a:latin typeface="Exo 2"/>
            </a:endParaRPr>
          </a:p>
        </p:txBody>
      </p:sp>
      <p:sp>
        <p:nvSpPr>
          <p:cNvPr id="60" name="TextBox 5"/>
          <p:cNvSpPr/>
          <p:nvPr/>
        </p:nvSpPr>
        <p:spPr>
          <a:xfrm>
            <a:off x="8280000" y="4752000"/>
            <a:ext cx="719640" cy="251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algn="r" defTabSz="685800">
              <a:lnSpc>
                <a:spcPct val="100000"/>
              </a:lnSpc>
            </a:pPr>
            <a:r>
              <a:rPr lang="uk-UA" sz="1200" b="0" strike="noStrike" spc="-1">
                <a:solidFill>
                  <a:schemeClr val="lt1"/>
                </a:solidFill>
                <a:latin typeface="Exo 2"/>
              </a:rPr>
              <a:t>Слайд 2 </a:t>
            </a:r>
            <a:endParaRPr lang="uk-UA" sz="1200" b="0" strike="noStrike" spc="-1">
              <a:solidFill>
                <a:srgbClr val="000000"/>
              </a:solidFill>
              <a:latin typeface="Arial"/>
            </a:endParaRPr>
          </a:p>
          <a:p>
            <a:pPr algn="r" defTabSz="685800">
              <a:lnSpc>
                <a:spcPct val="100000"/>
              </a:lnSpc>
            </a:pPr>
            <a:endParaRPr lang="uk-UA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" name="Місце для тексту 4"/>
          <p:cNvSpPr/>
          <p:nvPr/>
        </p:nvSpPr>
        <p:spPr>
          <a:xfrm>
            <a:off x="144000" y="2300400"/>
            <a:ext cx="8783640" cy="1960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68760" tIns="34200" rIns="68760" bIns="34200" anchor="t">
            <a:noAutofit/>
          </a:bodyPr>
          <a:lstStyle/>
          <a:p>
            <a:pPr defTabSz="685800">
              <a:lnSpc>
                <a:spcPct val="100000"/>
              </a:lnSpc>
              <a:tabLst>
                <a:tab pos="0" algn="l"/>
              </a:tabLst>
            </a:pPr>
            <a:endParaRPr lang="uk-UA" sz="14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61E3C516-D11F-406A-96E2-8C192B3D1E0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9961" b="89844" l="7422" r="91016">
                        <a14:foregroundMark x1="14648" y1="45215" x2="13802" y2="55273"/>
                        <a14:foregroundMark x1="7227" y1="42090" x2="10156" y2="71680"/>
                        <a14:foregroundMark x1="10156" y1="71680" x2="17057" y2="71875"/>
                        <a14:foregroundMark x1="17057" y1="71875" x2="25651" y2="71387"/>
                        <a14:foregroundMark x1="25651" y1="71387" x2="32357" y2="71777"/>
                        <a14:foregroundMark x1="32357" y1="71777" x2="38607" y2="67871"/>
                        <a14:foregroundMark x1="38607" y1="67871" x2="39258" y2="50781"/>
                        <a14:foregroundMark x1="39258" y1="50781" x2="37760" y2="40625"/>
                        <a14:foregroundMark x1="37760" y1="40625" x2="31510" y2="34863"/>
                        <a14:foregroundMark x1="31510" y1="34863" x2="30469" y2="22754"/>
                        <a14:foregroundMark x1="30469" y1="22754" x2="28776" y2="35547"/>
                        <a14:foregroundMark x1="28776" y1="35547" x2="20117" y2="39355"/>
                        <a14:foregroundMark x1="20117" y1="39355" x2="17448" y2="29102"/>
                        <a14:foregroundMark x1="17448" y1="29102" x2="14063" y2="37891"/>
                        <a14:foregroundMark x1="14063" y1="37891" x2="7943" y2="40527"/>
                        <a14:foregroundMark x1="7943" y1="40527" x2="7422" y2="43066"/>
                        <a14:foregroundMark x1="81250" y1="69043" x2="88086" y2="70020"/>
                        <a14:foregroundMark x1="88086" y1="70020" x2="92643" y2="62500"/>
                        <a14:foregroundMark x1="92643" y1="62500" x2="91016" y2="32422"/>
                        <a14:foregroundMark x1="91016" y1="32422" x2="79753" y2="28027"/>
                        <a14:foregroundMark x1="79753" y1="28027" x2="60482" y2="29102"/>
                        <a14:foregroundMark x1="60482" y1="29102" x2="60091" y2="53711"/>
                        <a14:foregroundMark x1="60091" y1="53711" x2="56836" y2="67383"/>
                        <a14:foregroundMark x1="56836" y1="67383" x2="71549" y2="69043"/>
                        <a14:foregroundMark x1="71549" y1="69043" x2="79818" y2="68750"/>
                        <a14:foregroundMark x1="79818" y1="68750" x2="85286" y2="69434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81287" y="2016487"/>
            <a:ext cx="2273625" cy="1515750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6CC907EA-E269-44F8-A98D-5D1079C0486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10000" b="90000" l="10000" r="90000">
                        <a14:foregroundMark x1="49284" y1="16406" x2="34310" y2="22754"/>
                        <a14:foregroundMark x1="34310" y1="22754" x2="32487" y2="51270"/>
                        <a14:foregroundMark x1="32487" y1="51270" x2="33138" y2="72949"/>
                        <a14:foregroundMark x1="33138" y1="72949" x2="37500" y2="82520"/>
                        <a14:foregroundMark x1="37500" y1="82520" x2="51497" y2="80078"/>
                        <a14:foregroundMark x1="51497" y1="80078" x2="58789" y2="80273"/>
                        <a14:foregroundMark x1="58789" y1="80273" x2="66602" y2="70703"/>
                        <a14:foregroundMark x1="66602" y1="70703" x2="67383" y2="27344"/>
                        <a14:foregroundMark x1="67383" y1="27344" x2="63281" y2="15430"/>
                        <a14:foregroundMark x1="63281" y1="15430" x2="47135" y2="15820"/>
                        <a14:foregroundMark x1="47135" y1="15820" x2="46940" y2="15918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399007" y="916800"/>
            <a:ext cx="2273625" cy="1515750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BAA0C512-962A-4D3C-BE86-FD11C802E5CF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9961" b="89941" l="8919" r="89974">
                        <a14:foregroundMark x1="9766" y1="66895" x2="6836" y2="56738"/>
                        <a14:foregroundMark x1="6836" y1="56738" x2="12240" y2="51074"/>
                        <a14:foregroundMark x1="12240" y1="51074" x2="20378" y2="47461"/>
                        <a14:foregroundMark x1="20378" y1="47461" x2="27604" y2="48145"/>
                        <a14:foregroundMark x1="27604" y1="48145" x2="32096" y2="38086"/>
                        <a14:foregroundMark x1="32096" y1="38086" x2="33529" y2="24902"/>
                        <a14:foregroundMark x1="33529" y1="24902" x2="37044" y2="37305"/>
                        <a14:foregroundMark x1="37044" y1="37305" x2="38151" y2="59082"/>
                        <a14:foregroundMark x1="38151" y1="59082" x2="53646" y2="62207"/>
                        <a14:foregroundMark x1="53646" y1="62207" x2="56315" y2="26758"/>
                        <a14:foregroundMark x1="56315" y1="26758" x2="73112" y2="22363"/>
                        <a14:foregroundMark x1="73112" y1="22363" x2="89128" y2="26563"/>
                        <a14:foregroundMark x1="89128" y1="26563" x2="93294" y2="68945"/>
                        <a14:foregroundMark x1="93294" y1="68945" x2="88477" y2="75000"/>
                        <a14:foregroundMark x1="88477" y1="75000" x2="54297" y2="73535"/>
                        <a14:foregroundMark x1="54297" y1="73535" x2="39388" y2="65625"/>
                        <a14:foregroundMark x1="39388" y1="65625" x2="31445" y2="72363"/>
                        <a14:foregroundMark x1="31445" y1="72363" x2="22721" y2="74414"/>
                        <a14:foregroundMark x1="22721" y1="74414" x2="10547" y2="69238"/>
                        <a14:foregroundMark x1="10547" y1="69238" x2="8919" y2="67285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942632" y="1995240"/>
            <a:ext cx="2337368" cy="1558245"/>
          </a:xfrm>
          <a:prstGeom prst="rect">
            <a:avLst/>
          </a:prstGeom>
        </p:spPr>
      </p:pic>
      <p:pic>
        <p:nvPicPr>
          <p:cNvPr id="17" name="Рисунок 16">
            <a:extLst>
              <a:ext uri="{FF2B5EF4-FFF2-40B4-BE49-F238E27FC236}">
                <a16:creationId xmlns:a16="http://schemas.microsoft.com/office/drawing/2014/main" id="{E8C2FEA8-24A8-490F-8677-22A7FF03F18A}"/>
              </a:ext>
            </a:extLst>
          </p:cNvPr>
          <p:cNvPicPr/>
          <p:nvPr/>
        </p:nvPicPr>
        <p:blipFill>
          <a:blip r:embed="rId9"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tretch/>
        </p:blipFill>
        <p:spPr>
          <a:xfrm>
            <a:off x="3224912" y="3002220"/>
            <a:ext cx="2621813" cy="1627860"/>
          </a:xfrm>
          <a:prstGeom prst="rect">
            <a:avLst/>
          </a:prstGeom>
          <a:ln w="0">
            <a:noFill/>
          </a:ln>
        </p:spPr>
      </p:pic>
      <p:cxnSp>
        <p:nvCxnSpPr>
          <p:cNvPr id="29" name="Сполучна лінія: вигнута 28">
            <a:extLst>
              <a:ext uri="{FF2B5EF4-FFF2-40B4-BE49-F238E27FC236}">
                <a16:creationId xmlns:a16="http://schemas.microsoft.com/office/drawing/2014/main" id="{295CC699-2E82-465F-89FC-2F09978E1A17}"/>
              </a:ext>
            </a:extLst>
          </p:cNvPr>
          <p:cNvCxnSpPr>
            <a:cxnSpLocks/>
            <a:stCxn id="3" idx="3"/>
            <a:endCxn id="6" idx="2"/>
          </p:cNvCxnSpPr>
          <p:nvPr/>
        </p:nvCxnSpPr>
        <p:spPr>
          <a:xfrm flipV="1">
            <a:off x="2954912" y="2432550"/>
            <a:ext cx="1580908" cy="341812"/>
          </a:xfrm>
          <a:prstGeom prst="curvedConnector2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Сполучна лінія: вигнута 39">
            <a:extLst>
              <a:ext uri="{FF2B5EF4-FFF2-40B4-BE49-F238E27FC236}">
                <a16:creationId xmlns:a16="http://schemas.microsoft.com/office/drawing/2014/main" id="{36D9E593-5A44-4774-A7DB-320D165006EE}"/>
              </a:ext>
            </a:extLst>
          </p:cNvPr>
          <p:cNvCxnSpPr>
            <a:cxnSpLocks/>
            <a:stCxn id="6" idx="2"/>
            <a:endCxn id="9" idx="1"/>
          </p:cNvCxnSpPr>
          <p:nvPr/>
        </p:nvCxnSpPr>
        <p:spPr>
          <a:xfrm rot="16200000" flipH="1">
            <a:off x="5068320" y="1900050"/>
            <a:ext cx="341813" cy="1406812"/>
          </a:xfrm>
          <a:prstGeom prst="curvedConnector2">
            <a:avLst/>
          </a:prstGeom>
          <a:ln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Сполучна лінія: вигнута 48">
            <a:extLst>
              <a:ext uri="{FF2B5EF4-FFF2-40B4-BE49-F238E27FC236}">
                <a16:creationId xmlns:a16="http://schemas.microsoft.com/office/drawing/2014/main" id="{7F519EE5-79F0-4C7E-9314-DDF949B2E7D2}"/>
              </a:ext>
            </a:extLst>
          </p:cNvPr>
          <p:cNvCxnSpPr>
            <a:cxnSpLocks/>
            <a:stCxn id="9" idx="1"/>
            <a:endCxn id="17" idx="0"/>
          </p:cNvCxnSpPr>
          <p:nvPr/>
        </p:nvCxnSpPr>
        <p:spPr>
          <a:xfrm rot="10800000" flipV="1">
            <a:off x="4535820" y="2774362"/>
            <a:ext cx="1406813" cy="227857"/>
          </a:xfrm>
          <a:prstGeom prst="curvedConnector2">
            <a:avLst/>
          </a:prstGeom>
          <a:ln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Сполучна лінія: вигнута 51">
            <a:extLst>
              <a:ext uri="{FF2B5EF4-FFF2-40B4-BE49-F238E27FC236}">
                <a16:creationId xmlns:a16="http://schemas.microsoft.com/office/drawing/2014/main" id="{71D7C587-2E58-4558-AB74-3CD6BC94525A}"/>
              </a:ext>
            </a:extLst>
          </p:cNvPr>
          <p:cNvCxnSpPr>
            <a:cxnSpLocks/>
            <a:stCxn id="17" idx="3"/>
            <a:endCxn id="9" idx="2"/>
          </p:cNvCxnSpPr>
          <p:nvPr/>
        </p:nvCxnSpPr>
        <p:spPr>
          <a:xfrm flipV="1">
            <a:off x="5846725" y="3553485"/>
            <a:ext cx="1264591" cy="262665"/>
          </a:xfrm>
          <a:prstGeom prst="curvedConnector2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Сполучна лінія: вигнута 54">
            <a:extLst>
              <a:ext uri="{FF2B5EF4-FFF2-40B4-BE49-F238E27FC236}">
                <a16:creationId xmlns:a16="http://schemas.microsoft.com/office/drawing/2014/main" id="{5B54F259-2083-4F50-A4B8-B45AC2C9A5A4}"/>
              </a:ext>
            </a:extLst>
          </p:cNvPr>
          <p:cNvCxnSpPr>
            <a:cxnSpLocks/>
            <a:stCxn id="9" idx="0"/>
            <a:endCxn id="6" idx="3"/>
          </p:cNvCxnSpPr>
          <p:nvPr/>
        </p:nvCxnSpPr>
        <p:spPr>
          <a:xfrm rot="16200000" flipV="1">
            <a:off x="6231692" y="1115616"/>
            <a:ext cx="320565" cy="1438684"/>
          </a:xfrm>
          <a:prstGeom prst="curvedConnector2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Сполучна лінія: вигнута 57">
            <a:extLst>
              <a:ext uri="{FF2B5EF4-FFF2-40B4-BE49-F238E27FC236}">
                <a16:creationId xmlns:a16="http://schemas.microsoft.com/office/drawing/2014/main" id="{8DAF7A4E-0821-4A36-A0D7-D0B593773BD7}"/>
              </a:ext>
            </a:extLst>
          </p:cNvPr>
          <p:cNvCxnSpPr>
            <a:cxnSpLocks/>
            <a:stCxn id="6" idx="1"/>
            <a:endCxn id="3" idx="0"/>
          </p:cNvCxnSpPr>
          <p:nvPr/>
        </p:nvCxnSpPr>
        <p:spPr>
          <a:xfrm rot="10800000" flipV="1">
            <a:off x="1818101" y="1674675"/>
            <a:ext cx="1580907" cy="341812"/>
          </a:xfrm>
          <a:prstGeom prst="curvedConnector2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TextBox 65">
            <a:extLst>
              <a:ext uri="{FF2B5EF4-FFF2-40B4-BE49-F238E27FC236}">
                <a16:creationId xmlns:a16="http://schemas.microsoft.com/office/drawing/2014/main" id="{4D64AC3B-BDF8-481B-AF85-92ACB2308B4C}"/>
              </a:ext>
            </a:extLst>
          </p:cNvPr>
          <p:cNvSpPr txBox="1"/>
          <p:nvPr/>
        </p:nvSpPr>
        <p:spPr>
          <a:xfrm>
            <a:off x="1025885" y="3683501"/>
            <a:ext cx="210312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uk-UA" sz="1400" dirty="0"/>
              <a:t>- Відео, телеметрія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DFEFE315-0215-4F15-A62F-4D735D5FD51A}"/>
              </a:ext>
            </a:extLst>
          </p:cNvPr>
          <p:cNvSpPr txBox="1"/>
          <p:nvPr/>
        </p:nvSpPr>
        <p:spPr>
          <a:xfrm>
            <a:off x="1025885" y="3967938"/>
            <a:ext cx="210312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uk-UA" sz="1400" dirty="0"/>
              <a:t>- Команди керування</a:t>
            </a:r>
          </a:p>
        </p:txBody>
      </p:sp>
      <p:sp>
        <p:nvSpPr>
          <p:cNvPr id="68" name="Прямокутник 67">
            <a:extLst>
              <a:ext uri="{FF2B5EF4-FFF2-40B4-BE49-F238E27FC236}">
                <a16:creationId xmlns:a16="http://schemas.microsoft.com/office/drawing/2014/main" id="{7629188A-EC39-4D2A-91B9-1A6917A63F9D}"/>
              </a:ext>
            </a:extLst>
          </p:cNvPr>
          <p:cNvSpPr/>
          <p:nvPr/>
        </p:nvSpPr>
        <p:spPr>
          <a:xfrm>
            <a:off x="681287" y="3770033"/>
            <a:ext cx="410937" cy="146023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  <p:sp>
        <p:nvSpPr>
          <p:cNvPr id="69" name="Прямокутник 68">
            <a:extLst>
              <a:ext uri="{FF2B5EF4-FFF2-40B4-BE49-F238E27FC236}">
                <a16:creationId xmlns:a16="http://schemas.microsoft.com/office/drawing/2014/main" id="{B3F8E076-750F-43AA-9980-04405B18AA0B}"/>
              </a:ext>
            </a:extLst>
          </p:cNvPr>
          <p:cNvSpPr/>
          <p:nvPr/>
        </p:nvSpPr>
        <p:spPr>
          <a:xfrm>
            <a:off x="681287" y="4066500"/>
            <a:ext cx="410937" cy="14602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E4F6FB32-DFAD-41B0-9F87-A0F20D82EA12}"/>
              </a:ext>
            </a:extLst>
          </p:cNvPr>
          <p:cNvSpPr txBox="1"/>
          <p:nvPr/>
        </p:nvSpPr>
        <p:spPr>
          <a:xfrm>
            <a:off x="1460568" y="3160852"/>
            <a:ext cx="11811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uk-UA" sz="1400" dirty="0"/>
              <a:t>Пілот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20521CF9-87BF-4A48-9416-C275C6D1FAAD}"/>
              </a:ext>
            </a:extLst>
          </p:cNvPr>
          <p:cNvSpPr txBox="1"/>
          <p:nvPr/>
        </p:nvSpPr>
        <p:spPr>
          <a:xfrm>
            <a:off x="5672632" y="3126971"/>
            <a:ext cx="188502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uk-UA" sz="1400" dirty="0"/>
              <a:t>Пристрій комунікації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AC027771-9577-4E9D-BDD9-BA7DD7EC337D}"/>
              </a:ext>
            </a:extLst>
          </p:cNvPr>
          <p:cNvSpPr txBox="1"/>
          <p:nvPr/>
        </p:nvSpPr>
        <p:spPr>
          <a:xfrm>
            <a:off x="4170739" y="825316"/>
            <a:ext cx="188502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uk-UA" sz="1400" dirty="0"/>
              <a:t>Сервер</a:t>
            </a:r>
          </a:p>
        </p:txBody>
      </p:sp>
    </p:spTree>
    <p:extLst>
      <p:ext uri="{BB962C8B-B14F-4D97-AF65-F5344CB8AC3E}">
        <p14:creationId xmlns:p14="http://schemas.microsoft.com/office/powerpoint/2010/main" val="11459252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>
            <a:extLst>
              <a:ext uri="{FF2B5EF4-FFF2-40B4-BE49-F238E27FC236}">
                <a16:creationId xmlns:a16="http://schemas.microsoft.com/office/drawing/2014/main" id="{C0F1BDBD-A0F3-488B-855C-8662C743858B}"/>
              </a:ext>
            </a:extLst>
          </p:cNvPr>
          <p:cNvSpPr txBox="1">
            <a:spLocks/>
          </p:cNvSpPr>
          <p:nvPr/>
        </p:nvSpPr>
        <p:spPr>
          <a:xfrm>
            <a:off x="180000" y="180000"/>
            <a:ext cx="8783640" cy="431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925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0" defTabSz="685800">
              <a:lnSpc>
                <a:spcPct val="85000"/>
              </a:lnSpc>
              <a:buFont typeface="Arial" panose="020B0604020202020204" pitchFamily="34" charset="0"/>
              <a:buNone/>
              <a:tabLst>
                <a:tab pos="0" algn="l"/>
              </a:tabLst>
            </a:pPr>
            <a:r>
              <a:rPr lang="uk-UA" spc="-1" dirty="0">
                <a:solidFill>
                  <a:schemeClr val="lt1"/>
                </a:solidFill>
                <a:latin typeface="Calibri"/>
              </a:rPr>
              <a:t>Фізичні параметри системи. </a:t>
            </a:r>
            <a:r>
              <a:rPr lang="uk-UA" spc="-1" dirty="0" err="1">
                <a:solidFill>
                  <a:schemeClr val="lt1"/>
                </a:solidFill>
                <a:latin typeface="Calibri"/>
              </a:rPr>
              <a:t>Дрон</a:t>
            </a:r>
            <a:r>
              <a:rPr lang="uk-UA" spc="-1" dirty="0">
                <a:solidFill>
                  <a:schemeClr val="lt1"/>
                </a:solidFill>
                <a:latin typeface="Calibri"/>
              </a:rPr>
              <a:t> та пристрій комунікації</a:t>
            </a:r>
            <a:endParaRPr lang="uk-UA" spc="-1" dirty="0">
              <a:solidFill>
                <a:schemeClr val="dk1"/>
              </a:solidFill>
              <a:latin typeface="Exo 2"/>
            </a:endParaRP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E0793606-AF69-4936-8EF2-EF0BF7AD99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0000" y="774700"/>
            <a:ext cx="3409950" cy="3409950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D2F7792D-BF9C-4048-B74B-43FF7AB721D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67020" y="774700"/>
            <a:ext cx="4552950" cy="30353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DE82F2B5-FFEE-4747-9229-FBACFE3DD714}"/>
              </a:ext>
            </a:extLst>
          </p:cNvPr>
          <p:cNvSpPr txBox="1"/>
          <p:nvPr/>
        </p:nvSpPr>
        <p:spPr>
          <a:xfrm>
            <a:off x="1241880" y="4106467"/>
            <a:ext cx="66598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uk-UA" dirty="0"/>
              <a:t>Частоти пристрою комунікації, мають відповідати частотам </a:t>
            </a:r>
            <a:r>
              <a:rPr lang="uk-UA" dirty="0" err="1"/>
              <a:t>дрона</a:t>
            </a:r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14512202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>
            <a:extLst>
              <a:ext uri="{FF2B5EF4-FFF2-40B4-BE49-F238E27FC236}">
                <a16:creationId xmlns:a16="http://schemas.microsoft.com/office/drawing/2014/main" id="{0F3090CE-8366-48D8-BE4D-105AE89A755D}"/>
              </a:ext>
            </a:extLst>
          </p:cNvPr>
          <p:cNvSpPr txBox="1">
            <a:spLocks/>
          </p:cNvSpPr>
          <p:nvPr/>
        </p:nvSpPr>
        <p:spPr>
          <a:xfrm>
            <a:off x="180000" y="180000"/>
            <a:ext cx="8783640" cy="431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0" defTabSz="685800">
              <a:lnSpc>
                <a:spcPct val="85000"/>
              </a:lnSpc>
              <a:buFont typeface="Arial" panose="020B0604020202020204" pitchFamily="34" charset="0"/>
              <a:buNone/>
              <a:tabLst>
                <a:tab pos="0" algn="l"/>
              </a:tabLst>
            </a:pPr>
            <a:r>
              <a:rPr lang="en-US" spc="-1" dirty="0">
                <a:solidFill>
                  <a:schemeClr val="lt1"/>
                </a:solidFill>
                <a:latin typeface="Calibri"/>
              </a:rPr>
              <a:t>Google VPS</a:t>
            </a:r>
            <a:r>
              <a:rPr lang="uk-UA" spc="-1" dirty="0">
                <a:solidFill>
                  <a:schemeClr val="lt1"/>
                </a:solidFill>
                <a:latin typeface="Calibri"/>
              </a:rPr>
              <a:t> сервер та мова програмування </a:t>
            </a:r>
            <a:r>
              <a:rPr lang="en-US" spc="-1" dirty="0">
                <a:solidFill>
                  <a:schemeClr val="lt1"/>
                </a:solidFill>
                <a:latin typeface="Calibri"/>
              </a:rPr>
              <a:t>GO</a:t>
            </a:r>
            <a:endParaRPr lang="uk-UA" spc="-1" dirty="0">
              <a:solidFill>
                <a:schemeClr val="dk1"/>
              </a:solidFill>
              <a:latin typeface="Exo 2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0A26109-BECE-46BE-9468-05AC3653E47F}"/>
              </a:ext>
            </a:extLst>
          </p:cNvPr>
          <p:cNvSpPr txBox="1"/>
          <p:nvPr/>
        </p:nvSpPr>
        <p:spPr>
          <a:xfrm>
            <a:off x="4442460" y="1417588"/>
            <a:ext cx="452118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uk-UA" sz="1600" dirty="0"/>
              <a:t>Щоб отримати насправді працюючу програму, було орендовано </a:t>
            </a:r>
            <a:r>
              <a:rPr lang="en-US" sz="1600" dirty="0"/>
              <a:t>VPS </a:t>
            </a:r>
            <a:r>
              <a:rPr lang="uk-UA" sz="1600" dirty="0"/>
              <a:t>сервер від </a:t>
            </a:r>
            <a:r>
              <a:rPr lang="en-US" sz="1600" dirty="0"/>
              <a:t>Google</a:t>
            </a:r>
            <a:r>
              <a:rPr lang="uk-UA" sz="1600" dirty="0"/>
              <a:t>, тому що корпорація безкоштовно надає користуватися сервером на 90 днів</a:t>
            </a:r>
            <a:r>
              <a:rPr lang="en-US" sz="1600" dirty="0"/>
              <a:t>.</a:t>
            </a:r>
            <a:r>
              <a:rPr lang="uk-UA" sz="1600" dirty="0"/>
              <a:t> Це дозволило отримати реальний досвід роботи з інтернет протоколами </a:t>
            </a:r>
            <a:r>
              <a:rPr lang="en-US" sz="1600" dirty="0"/>
              <a:t>TCP\IP.</a:t>
            </a:r>
          </a:p>
          <a:p>
            <a:r>
              <a:rPr lang="uk-UA" sz="1600" dirty="0"/>
              <a:t> Серверний код був написаний на </a:t>
            </a:r>
            <a:r>
              <a:rPr lang="en-US" sz="1600" dirty="0"/>
              <a:t>GO</a:t>
            </a:r>
            <a:r>
              <a:rPr lang="uk-UA" sz="1600" dirty="0"/>
              <a:t>, через високу швидкодію мови, простоту та зручні утиліти для розгортання серверів.  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ED74FA52-DB4C-480C-A68B-6E72DE2FED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800" y="1192530"/>
            <a:ext cx="4137660" cy="27584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83188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>
            <a:extLst>
              <a:ext uri="{FF2B5EF4-FFF2-40B4-BE49-F238E27FC236}">
                <a16:creationId xmlns:a16="http://schemas.microsoft.com/office/drawing/2014/main" id="{C65897BE-11A0-402E-B348-6AD068A7529C}"/>
              </a:ext>
            </a:extLst>
          </p:cNvPr>
          <p:cNvSpPr txBox="1">
            <a:spLocks/>
          </p:cNvSpPr>
          <p:nvPr/>
        </p:nvSpPr>
        <p:spPr>
          <a:xfrm>
            <a:off x="180000" y="180000"/>
            <a:ext cx="8783640" cy="431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0" defTabSz="685800">
              <a:lnSpc>
                <a:spcPct val="85000"/>
              </a:lnSpc>
              <a:buFont typeface="Arial" panose="020B0604020202020204" pitchFamily="34" charset="0"/>
              <a:buNone/>
              <a:tabLst>
                <a:tab pos="0" algn="l"/>
              </a:tabLst>
            </a:pPr>
            <a:r>
              <a:rPr lang="uk-UA" spc="-1" dirty="0">
                <a:solidFill>
                  <a:schemeClr val="lt1"/>
                </a:solidFill>
                <a:latin typeface="Calibri"/>
              </a:rPr>
              <a:t>Структура роботи клієнтської сторони програми.</a:t>
            </a:r>
            <a:endParaRPr lang="uk-UA" spc="-1" dirty="0">
              <a:solidFill>
                <a:schemeClr val="dk1"/>
              </a:solidFill>
              <a:latin typeface="Exo 2"/>
            </a:endParaRPr>
          </a:p>
        </p:txBody>
      </p:sp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B3DF8F74-F42C-45C5-954C-F3A613F812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45481" y="685376"/>
            <a:ext cx="4927759" cy="41228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42508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>
            <a:extLst>
              <a:ext uri="{FF2B5EF4-FFF2-40B4-BE49-F238E27FC236}">
                <a16:creationId xmlns:a16="http://schemas.microsoft.com/office/drawing/2014/main" id="{1DC7B7C3-1ADC-4FD7-A3F6-47F50EED23DA}"/>
              </a:ext>
            </a:extLst>
          </p:cNvPr>
          <p:cNvSpPr txBox="1">
            <a:spLocks/>
          </p:cNvSpPr>
          <p:nvPr/>
        </p:nvSpPr>
        <p:spPr>
          <a:xfrm>
            <a:off x="126660" y="180000"/>
            <a:ext cx="8783640" cy="431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0" defTabSz="685800">
              <a:lnSpc>
                <a:spcPct val="85000"/>
              </a:lnSpc>
              <a:buFont typeface="Arial" panose="020B0604020202020204" pitchFamily="34" charset="0"/>
              <a:buNone/>
              <a:tabLst>
                <a:tab pos="0" algn="l"/>
              </a:tabLst>
            </a:pPr>
            <a:r>
              <a:rPr lang="uk-UA" spc="-1" dirty="0">
                <a:solidFill>
                  <a:schemeClr val="bg1"/>
                </a:solidFill>
                <a:latin typeface="Exo 2"/>
              </a:rPr>
              <a:t>Блок схема типових сценаріїв використання програми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D5F6C79A-2A37-43A6-ACA8-2C5289C84E8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90450" y="852487"/>
            <a:ext cx="6419850" cy="343852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2297461-79E3-4D13-8F47-B65B57F6AB91}"/>
              </a:ext>
            </a:extLst>
          </p:cNvPr>
          <p:cNvSpPr txBox="1"/>
          <p:nvPr/>
        </p:nvSpPr>
        <p:spPr>
          <a:xfrm>
            <a:off x="445125" y="2387083"/>
            <a:ext cx="18211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uk-UA" dirty="0"/>
              <a:t>Сторона </a:t>
            </a:r>
            <a:r>
              <a:rPr lang="uk-UA" dirty="0" err="1"/>
              <a:t>дрона</a:t>
            </a:r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25648529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>
            <a:extLst>
              <a:ext uri="{FF2B5EF4-FFF2-40B4-BE49-F238E27FC236}">
                <a16:creationId xmlns:a16="http://schemas.microsoft.com/office/drawing/2014/main" id="{C6A55AA5-0B98-4C16-AE58-76BACAC821A7}"/>
              </a:ext>
            </a:extLst>
          </p:cNvPr>
          <p:cNvSpPr txBox="1">
            <a:spLocks/>
          </p:cNvSpPr>
          <p:nvPr/>
        </p:nvSpPr>
        <p:spPr>
          <a:xfrm>
            <a:off x="126660" y="180000"/>
            <a:ext cx="8783640" cy="431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0" defTabSz="685800">
              <a:lnSpc>
                <a:spcPct val="85000"/>
              </a:lnSpc>
              <a:buFont typeface="Arial" panose="020B0604020202020204" pitchFamily="34" charset="0"/>
              <a:buNone/>
              <a:tabLst>
                <a:tab pos="0" algn="l"/>
              </a:tabLst>
            </a:pPr>
            <a:r>
              <a:rPr lang="uk-UA" spc="-1" dirty="0">
                <a:solidFill>
                  <a:schemeClr val="bg1"/>
                </a:solidFill>
                <a:latin typeface="Exo 2"/>
              </a:rPr>
              <a:t>Блок схема типових сценаріїв використання програми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1259457B-DF25-4F4A-8CFB-2D26DBF888F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69067" y="1185861"/>
            <a:ext cx="4467225" cy="277177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FC5AE54-DD4C-452B-9A36-254161A75DCA}"/>
              </a:ext>
            </a:extLst>
          </p:cNvPr>
          <p:cNvSpPr txBox="1"/>
          <p:nvPr/>
        </p:nvSpPr>
        <p:spPr>
          <a:xfrm>
            <a:off x="1115685" y="2387082"/>
            <a:ext cx="18211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uk-UA" dirty="0"/>
              <a:t>Сторона пілота</a:t>
            </a:r>
          </a:p>
        </p:txBody>
      </p:sp>
    </p:spTree>
    <p:extLst>
      <p:ext uri="{BB962C8B-B14F-4D97-AF65-F5344CB8AC3E}">
        <p14:creationId xmlns:p14="http://schemas.microsoft.com/office/powerpoint/2010/main" val="130146907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FB55EE39-2A9E-4E68-98AB-6D8FF3E671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67865" y="1248079"/>
            <a:ext cx="5208270" cy="2784501"/>
          </a:xfrm>
          <a:prstGeom prst="rect">
            <a:avLst/>
          </a:prstGeom>
        </p:spPr>
      </p:pic>
      <p:sp>
        <p:nvSpPr>
          <p:cNvPr id="4" name="PlaceHolder 1">
            <a:extLst>
              <a:ext uri="{FF2B5EF4-FFF2-40B4-BE49-F238E27FC236}">
                <a16:creationId xmlns:a16="http://schemas.microsoft.com/office/drawing/2014/main" id="{E5435C4D-F074-4658-A2DA-A5C51A2C1B6F}"/>
              </a:ext>
            </a:extLst>
          </p:cNvPr>
          <p:cNvSpPr txBox="1">
            <a:spLocks/>
          </p:cNvSpPr>
          <p:nvPr/>
        </p:nvSpPr>
        <p:spPr>
          <a:xfrm>
            <a:off x="126660" y="180000"/>
            <a:ext cx="8783640" cy="431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0" defTabSz="685800">
              <a:lnSpc>
                <a:spcPct val="85000"/>
              </a:lnSpc>
              <a:buFont typeface="Arial" panose="020B0604020202020204" pitchFamily="34" charset="0"/>
              <a:buNone/>
              <a:tabLst>
                <a:tab pos="0" algn="l"/>
              </a:tabLst>
            </a:pPr>
            <a:r>
              <a:rPr lang="uk-UA" spc="-1" dirty="0">
                <a:solidFill>
                  <a:schemeClr val="bg1"/>
                </a:solidFill>
                <a:latin typeface="Exo 2"/>
              </a:rPr>
              <a:t>Інтерфейс користувача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D189775-84D7-4A88-9178-14E405418666}"/>
              </a:ext>
            </a:extLst>
          </p:cNvPr>
          <p:cNvSpPr txBox="1"/>
          <p:nvPr/>
        </p:nvSpPr>
        <p:spPr>
          <a:xfrm>
            <a:off x="297180" y="2983580"/>
            <a:ext cx="12039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uk-UA" sz="1400" dirty="0"/>
              <a:t>Поле вводу команд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28A3F4C-15CE-48F1-8379-DA71147241F1}"/>
              </a:ext>
            </a:extLst>
          </p:cNvPr>
          <p:cNvSpPr txBox="1"/>
          <p:nvPr/>
        </p:nvSpPr>
        <p:spPr>
          <a:xfrm>
            <a:off x="7706340" y="2869280"/>
            <a:ext cx="12039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uk-UA" sz="1400" dirty="0"/>
              <a:t>Поле для виводу </a:t>
            </a:r>
            <a:r>
              <a:rPr lang="uk-UA" sz="1400" dirty="0" err="1"/>
              <a:t>логів</a:t>
            </a:r>
            <a:endParaRPr lang="uk-UA" sz="14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AE6090C-043F-4D64-BF7B-BBFE5D99B3F2}"/>
              </a:ext>
            </a:extLst>
          </p:cNvPr>
          <p:cNvSpPr txBox="1"/>
          <p:nvPr/>
        </p:nvSpPr>
        <p:spPr>
          <a:xfrm>
            <a:off x="3391980" y="775971"/>
            <a:ext cx="2253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uk-UA" sz="1400" dirty="0"/>
              <a:t>Полотно для виводу відео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3E9D548-145D-409A-BBE6-1E0CD7042A2F}"/>
              </a:ext>
            </a:extLst>
          </p:cNvPr>
          <p:cNvSpPr txBox="1"/>
          <p:nvPr/>
        </p:nvSpPr>
        <p:spPr>
          <a:xfrm>
            <a:off x="2945670" y="4280731"/>
            <a:ext cx="325266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uk-UA" sz="1400" dirty="0"/>
              <a:t>Панель моніторингу каналів керування</a:t>
            </a:r>
          </a:p>
        </p:txBody>
      </p:sp>
      <p:cxnSp>
        <p:nvCxnSpPr>
          <p:cNvPr id="10" name="Пряма зі стрілкою 9">
            <a:extLst>
              <a:ext uri="{FF2B5EF4-FFF2-40B4-BE49-F238E27FC236}">
                <a16:creationId xmlns:a16="http://schemas.microsoft.com/office/drawing/2014/main" id="{428EDCCB-7499-4111-9C08-3960A71DB239}"/>
              </a:ext>
            </a:extLst>
          </p:cNvPr>
          <p:cNvCxnSpPr/>
          <p:nvPr/>
        </p:nvCxnSpPr>
        <p:spPr>
          <a:xfrm>
            <a:off x="1287780" y="3392500"/>
            <a:ext cx="449580" cy="32606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Пряма зі стрілкою 10">
            <a:extLst>
              <a:ext uri="{FF2B5EF4-FFF2-40B4-BE49-F238E27FC236}">
                <a16:creationId xmlns:a16="http://schemas.microsoft.com/office/drawing/2014/main" id="{CFC626B4-315F-4AA0-A0A5-8CA3017EBB1C}"/>
              </a:ext>
            </a:extLst>
          </p:cNvPr>
          <p:cNvCxnSpPr>
            <a:cxnSpLocks/>
            <a:endCxn id="3" idx="2"/>
          </p:cNvCxnSpPr>
          <p:nvPr/>
        </p:nvCxnSpPr>
        <p:spPr>
          <a:xfrm flipV="1">
            <a:off x="4434840" y="4032580"/>
            <a:ext cx="137160" cy="33494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Пряма зі стрілкою 13">
            <a:extLst>
              <a:ext uri="{FF2B5EF4-FFF2-40B4-BE49-F238E27FC236}">
                <a16:creationId xmlns:a16="http://schemas.microsoft.com/office/drawing/2014/main" id="{90607FB0-E469-4A49-8347-15720E41B472}"/>
              </a:ext>
            </a:extLst>
          </p:cNvPr>
          <p:cNvCxnSpPr>
            <a:cxnSpLocks/>
          </p:cNvCxnSpPr>
          <p:nvPr/>
        </p:nvCxnSpPr>
        <p:spPr>
          <a:xfrm flipH="1" flipV="1">
            <a:off x="7338060" y="2869280"/>
            <a:ext cx="313987" cy="30225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Пряма зі стрілкою 18">
            <a:extLst>
              <a:ext uri="{FF2B5EF4-FFF2-40B4-BE49-F238E27FC236}">
                <a16:creationId xmlns:a16="http://schemas.microsoft.com/office/drawing/2014/main" id="{0E4D51F2-520B-4FD7-B50E-965733E060D4}"/>
              </a:ext>
            </a:extLst>
          </p:cNvPr>
          <p:cNvCxnSpPr>
            <a:cxnSpLocks/>
            <a:stCxn id="7" idx="2"/>
            <a:endCxn id="3" idx="0"/>
          </p:cNvCxnSpPr>
          <p:nvPr/>
        </p:nvCxnSpPr>
        <p:spPr>
          <a:xfrm>
            <a:off x="4518480" y="1083748"/>
            <a:ext cx="53520" cy="16433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9787369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>
            <a:extLst>
              <a:ext uri="{FF2B5EF4-FFF2-40B4-BE49-F238E27FC236}">
                <a16:creationId xmlns:a16="http://schemas.microsoft.com/office/drawing/2014/main" id="{C44B34E0-B453-485D-AB03-CADB077846D3}"/>
              </a:ext>
            </a:extLst>
          </p:cNvPr>
          <p:cNvSpPr txBox="1">
            <a:spLocks/>
          </p:cNvSpPr>
          <p:nvPr/>
        </p:nvSpPr>
        <p:spPr>
          <a:xfrm>
            <a:off x="126660" y="180000"/>
            <a:ext cx="8783640" cy="431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0" defTabSz="685800">
              <a:lnSpc>
                <a:spcPct val="85000"/>
              </a:lnSpc>
              <a:buFont typeface="Arial" panose="020B0604020202020204" pitchFamily="34" charset="0"/>
              <a:buNone/>
              <a:tabLst>
                <a:tab pos="0" algn="l"/>
              </a:tabLst>
            </a:pPr>
            <a:r>
              <a:rPr lang="uk-UA" spc="-1" dirty="0">
                <a:solidFill>
                  <a:schemeClr val="bg1"/>
                </a:solidFill>
                <a:latin typeface="Exo 2"/>
              </a:rPr>
              <a:t>Результат розробки системи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00B3036-6784-47E2-BADD-3A63DEADFBE0}"/>
              </a:ext>
            </a:extLst>
          </p:cNvPr>
          <p:cNvSpPr txBox="1"/>
          <p:nvPr/>
        </p:nvSpPr>
        <p:spPr>
          <a:xfrm>
            <a:off x="419100" y="1279088"/>
            <a:ext cx="4899660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uk-UA" dirty="0"/>
              <a:t>Загалом під час створення і </a:t>
            </a:r>
            <a:r>
              <a:rPr lang="uk-UA" dirty="0" err="1"/>
              <a:t>відлагодження</a:t>
            </a:r>
            <a:r>
              <a:rPr lang="uk-UA" dirty="0"/>
              <a:t> програмного продукту, вдалося встановити близько 40-60 мс. затримки, що на мою думку є прийнятним результатом для пілотування </a:t>
            </a:r>
            <a:r>
              <a:rPr lang="uk-UA" dirty="0" err="1"/>
              <a:t>дроном</a:t>
            </a:r>
            <a:r>
              <a:rPr lang="uk-UA" dirty="0"/>
              <a:t>. Затримку можна зменшити підключенням до кращого інтернету та перенесенням сервера ближче до точки дистанційного керування (наразі орендований сервер знаходиться в Польщі).</a:t>
            </a: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F4EAA45F-29CD-4878-B158-5BBA353030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56868" y="1315798"/>
            <a:ext cx="3653432" cy="24356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53772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Офіс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КПІ Презентація">
      <a:majorFont>
        <a:latin typeface="Exo 2"/>
        <a:ea typeface=""/>
        <a:cs typeface=""/>
      </a:majorFont>
      <a:minorFont>
        <a:latin typeface="Exo 2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Офіс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КПІ Презентація">
      <a:majorFont>
        <a:latin typeface="Exo 2"/>
        <a:ea typeface=""/>
        <a:cs typeface=""/>
      </a:majorFont>
      <a:minorFont>
        <a:latin typeface="Exo 2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Тема Office">
  <a:themeElements>
    <a:clrScheme name="Офіс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КПІ Презентація">
      <a:majorFont>
        <a:latin typeface="Exo 2"/>
        <a:ea typeface=""/>
        <a:cs typeface=""/>
      </a:majorFont>
      <a:minorFont>
        <a:latin typeface="Exo 2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Тема Office">
  <a:themeElements>
    <a:clrScheme name="Офіс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КПІ Презентація">
      <a:majorFont>
        <a:latin typeface="Exo 2"/>
        <a:ea typeface=""/>
        <a:cs typeface=""/>
      </a:majorFont>
      <a:minorFont>
        <a:latin typeface="Exo 2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Тема Office">
  <a:themeElements>
    <a:clrScheme name="Офіс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КПІ Презентація">
      <a:majorFont>
        <a:latin typeface="Exo 2"/>
        <a:ea typeface=""/>
        <a:cs typeface=""/>
      </a:majorFont>
      <a:minorFont>
        <a:latin typeface="Exo 2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Тема Office">
  <a:themeElements>
    <a:clrScheme name="Офіс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КПІ Презентація">
      <a:majorFont>
        <a:latin typeface="Exo 2"/>
        <a:ea typeface=""/>
        <a:cs typeface=""/>
      </a:majorFont>
      <a:minorFont>
        <a:latin typeface="Exo 2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7.xml><?xml version="1.0" encoding="utf-8"?>
<a:theme xmlns:a="http://schemas.openxmlformats.org/drawingml/2006/main" name="Тема Office">
  <a:themeElements>
    <a:clrScheme name="Офіс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КПІ Презентація">
      <a:majorFont>
        <a:latin typeface="Exo 2"/>
        <a:ea typeface=""/>
        <a:cs typeface=""/>
      </a:majorFont>
      <a:minorFont>
        <a:latin typeface="Exo 2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8.xml><?xml version="1.0" encoding="utf-8"?>
<a:theme xmlns:a="http://schemas.openxmlformats.org/drawingml/2006/main" name="Тема Office">
  <a:themeElements>
    <a:clrScheme name="Офіс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КПІ Презентація">
      <a:majorFont>
        <a:latin typeface="Exo 2"/>
        <a:ea typeface=""/>
        <a:cs typeface=""/>
      </a:majorFont>
      <a:minorFont>
        <a:latin typeface="Exo 2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9.xml><?xml version="1.0" encoding="utf-8"?>
<a:theme xmlns:a="http://schemas.openxmlformats.org/drawingml/2006/main" name="Тема Office">
  <a:themeElements>
    <a:clrScheme name="Офіс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КПІ Презентація">
      <a:majorFont>
        <a:latin typeface="Exo 2"/>
        <a:ea typeface=""/>
        <a:cs typeface=""/>
      </a:majorFont>
      <a:minorFont>
        <a:latin typeface="Exo 2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10.xml><?xml version="1.0" encoding="utf-8"?>
<a:theme xmlns:a="http://schemas.openxmlformats.org/drawingml/2006/main" name="Тема Office">
  <a:themeElements>
    <a:clrScheme name="Офіс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Офіс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Офіс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803</TotalTime>
  <Words>735</Words>
  <Application>Microsoft Office PowerPoint</Application>
  <PresentationFormat>Екран (16:9)</PresentationFormat>
  <Paragraphs>46</Paragraphs>
  <Slides>11</Slides>
  <Notes>4</Notes>
  <HiddenSlides>0</HiddenSlides>
  <MMClips>0</MMClips>
  <ScaleCrop>false</ScaleCrop>
  <HeadingPairs>
    <vt:vector size="6" baseType="variant">
      <vt:variant>
        <vt:lpstr>Використані шрифти</vt:lpstr>
      </vt:variant>
      <vt:variant>
        <vt:i4>5</vt:i4>
      </vt:variant>
      <vt:variant>
        <vt:lpstr>Тема</vt:lpstr>
      </vt:variant>
      <vt:variant>
        <vt:i4>9</vt:i4>
      </vt:variant>
      <vt:variant>
        <vt:lpstr>Заголовки слайдів</vt:lpstr>
      </vt:variant>
      <vt:variant>
        <vt:i4>11</vt:i4>
      </vt:variant>
    </vt:vector>
  </HeadingPairs>
  <TitlesOfParts>
    <vt:vector size="25" baseType="lpstr">
      <vt:lpstr>Arial</vt:lpstr>
      <vt:lpstr>Calibri</vt:lpstr>
      <vt:lpstr>Exo 2</vt:lpstr>
      <vt:lpstr>Google Sans Text</vt:lpstr>
      <vt:lpstr>Wingdings</vt:lpstr>
      <vt:lpstr>Тема Office</vt:lpstr>
      <vt:lpstr>Тема Office</vt:lpstr>
      <vt:lpstr>Тема Office</vt:lpstr>
      <vt:lpstr>Тема Office</vt:lpstr>
      <vt:lpstr>Тема Office</vt:lpstr>
      <vt:lpstr>Тема Office</vt:lpstr>
      <vt:lpstr>Тема Office</vt:lpstr>
      <vt:lpstr>Тема Office</vt:lpstr>
      <vt:lpstr>Тема Office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Презентація PowerPoint</dc:title>
  <dc:subject/>
  <dc:creator>Admin</dc:creator>
  <dc:description/>
  <cp:lastModifiedBy>Сівоздрав Артем</cp:lastModifiedBy>
  <cp:revision>79</cp:revision>
  <dcterms:created xsi:type="dcterms:W3CDTF">2020-04-02T13:49:33Z</dcterms:created>
  <dcterms:modified xsi:type="dcterms:W3CDTF">2026-05-16T23:52:52Z</dcterms:modified>
  <dc:language>uk-UA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Экран (16:9)</vt:lpwstr>
  </property>
  <property fmtid="{D5CDD505-2E9C-101B-9397-08002B2CF9AE}" pid="3" name="Slides">
    <vt:i4>5</vt:i4>
  </property>
</Properties>
</file>